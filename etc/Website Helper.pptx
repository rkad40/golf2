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58" r:id="rId4"/>
  </p:sldIdLst>
  <p:sldSz cx="12192000" cy="8686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EF37F-09DA-4F97-9C19-E3455EA368BC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3650" y="1143000"/>
            <a:ext cx="4330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9A1D1-3C93-4424-9D60-DF9525033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21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21660"/>
            <a:ext cx="9144000" cy="302429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62582"/>
            <a:ext cx="9144000" cy="209729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2" indent="0" algn="ctr">
              <a:buNone/>
              <a:defRPr sz="1800"/>
            </a:lvl3pPr>
            <a:lvl4pPr marL="1371633" indent="0" algn="ctr">
              <a:buNone/>
              <a:defRPr sz="1600"/>
            </a:lvl4pPr>
            <a:lvl5pPr marL="1828844" indent="0" algn="ctr">
              <a:buNone/>
              <a:defRPr sz="1600"/>
            </a:lvl5pPr>
            <a:lvl6pPr marL="2286055" indent="0" algn="ctr">
              <a:buNone/>
              <a:defRPr sz="1600"/>
            </a:lvl6pPr>
            <a:lvl7pPr marL="2743266" indent="0" algn="ctr">
              <a:buNone/>
              <a:defRPr sz="1600"/>
            </a:lvl7pPr>
            <a:lvl8pPr marL="3200476" indent="0" algn="ctr">
              <a:buNone/>
              <a:defRPr sz="1600"/>
            </a:lvl8pPr>
            <a:lvl9pPr marL="365768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53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75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165670"/>
            <a:ext cx="10515600" cy="361346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813322"/>
            <a:ext cx="10515600" cy="19002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7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8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81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12459"/>
            <a:ext cx="5181600" cy="55116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12459"/>
            <a:ext cx="5181600" cy="55116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96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62494"/>
            <a:ext cx="10515600" cy="167904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2129474"/>
            <a:ext cx="5157787" cy="10436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0" b="1"/>
            </a:lvl4pPr>
            <a:lvl5pPr marL="1828844" indent="0">
              <a:buNone/>
              <a:defRPr sz="1600" b="1"/>
            </a:lvl5pPr>
            <a:lvl6pPr marL="2286055" indent="0">
              <a:buNone/>
              <a:defRPr sz="1600" b="1"/>
            </a:lvl6pPr>
            <a:lvl7pPr marL="2743266" indent="0">
              <a:buNone/>
              <a:defRPr sz="1600" b="1"/>
            </a:lvl7pPr>
            <a:lvl8pPr marL="3200476" indent="0">
              <a:buNone/>
              <a:defRPr sz="1600" b="1"/>
            </a:lvl8pPr>
            <a:lvl9pPr marL="3657687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3173095"/>
            <a:ext cx="5157787" cy="46671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2129474"/>
            <a:ext cx="5183188" cy="10436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2" indent="0">
              <a:buNone/>
              <a:defRPr sz="1800" b="1"/>
            </a:lvl3pPr>
            <a:lvl4pPr marL="1371633" indent="0">
              <a:buNone/>
              <a:defRPr sz="1600" b="1"/>
            </a:lvl4pPr>
            <a:lvl5pPr marL="1828844" indent="0">
              <a:buNone/>
              <a:defRPr sz="1600" b="1"/>
            </a:lvl5pPr>
            <a:lvl6pPr marL="2286055" indent="0">
              <a:buNone/>
              <a:defRPr sz="1600" b="1"/>
            </a:lvl6pPr>
            <a:lvl7pPr marL="2743266" indent="0">
              <a:buNone/>
              <a:defRPr sz="1600" b="1"/>
            </a:lvl7pPr>
            <a:lvl8pPr marL="3200476" indent="0">
              <a:buNone/>
              <a:defRPr sz="1600" b="1"/>
            </a:lvl8pPr>
            <a:lvl9pPr marL="3657687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73095"/>
            <a:ext cx="5183188" cy="466714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61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4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48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2" y="579120"/>
            <a:ext cx="3932237" cy="20269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50739"/>
            <a:ext cx="6172200" cy="61732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2" y="2606040"/>
            <a:ext cx="3932237" cy="4828012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2" indent="0">
              <a:buNone/>
              <a:defRPr sz="1200"/>
            </a:lvl3pPr>
            <a:lvl4pPr marL="1371633" indent="0">
              <a:buNone/>
              <a:defRPr sz="1000"/>
            </a:lvl4pPr>
            <a:lvl5pPr marL="1828844" indent="0">
              <a:buNone/>
              <a:defRPr sz="1000"/>
            </a:lvl5pPr>
            <a:lvl6pPr marL="2286055" indent="0">
              <a:buNone/>
              <a:defRPr sz="1000"/>
            </a:lvl6pPr>
            <a:lvl7pPr marL="2743266" indent="0">
              <a:buNone/>
              <a:defRPr sz="1000"/>
            </a:lvl7pPr>
            <a:lvl8pPr marL="3200476" indent="0">
              <a:buNone/>
              <a:defRPr sz="1000"/>
            </a:lvl8pPr>
            <a:lvl9pPr marL="3657687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3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2" y="579120"/>
            <a:ext cx="3932237" cy="202692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250739"/>
            <a:ext cx="6172200" cy="6173259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2" indent="0">
              <a:buNone/>
              <a:defRPr sz="2400"/>
            </a:lvl3pPr>
            <a:lvl4pPr marL="1371633" indent="0">
              <a:buNone/>
              <a:defRPr sz="2000"/>
            </a:lvl4pPr>
            <a:lvl5pPr marL="1828844" indent="0">
              <a:buNone/>
              <a:defRPr sz="2000"/>
            </a:lvl5pPr>
            <a:lvl6pPr marL="2286055" indent="0">
              <a:buNone/>
              <a:defRPr sz="2000"/>
            </a:lvl6pPr>
            <a:lvl7pPr marL="2743266" indent="0">
              <a:buNone/>
              <a:defRPr sz="2000"/>
            </a:lvl7pPr>
            <a:lvl8pPr marL="3200476" indent="0">
              <a:buNone/>
              <a:defRPr sz="2000"/>
            </a:lvl8pPr>
            <a:lvl9pPr marL="3657687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2" y="2606040"/>
            <a:ext cx="3932237" cy="4828012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0"/>
            </a:lvl2pPr>
            <a:lvl3pPr marL="914422" indent="0">
              <a:buNone/>
              <a:defRPr sz="1200"/>
            </a:lvl3pPr>
            <a:lvl4pPr marL="1371633" indent="0">
              <a:buNone/>
              <a:defRPr sz="1000"/>
            </a:lvl4pPr>
            <a:lvl5pPr marL="1828844" indent="0">
              <a:buNone/>
              <a:defRPr sz="1000"/>
            </a:lvl5pPr>
            <a:lvl6pPr marL="2286055" indent="0">
              <a:buNone/>
              <a:defRPr sz="1000"/>
            </a:lvl6pPr>
            <a:lvl7pPr marL="2743266" indent="0">
              <a:buNone/>
              <a:defRPr sz="1000"/>
            </a:lvl7pPr>
            <a:lvl8pPr marL="3200476" indent="0">
              <a:buNone/>
              <a:defRPr sz="1000"/>
            </a:lvl8pPr>
            <a:lvl9pPr marL="3657687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42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63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62491"/>
            <a:ext cx="2628900" cy="73616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62491"/>
            <a:ext cx="7734300" cy="73616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2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62494"/>
            <a:ext cx="10515600" cy="1679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12459"/>
            <a:ext cx="10515600" cy="5511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051378"/>
            <a:ext cx="2743200" cy="4624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B9B5B-F3B9-4521-A706-46DBB0B36A6B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051378"/>
            <a:ext cx="4114800" cy="4624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051378"/>
            <a:ext cx="2743200" cy="4624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0C423-EFF9-45A9-BD6D-F8A8CC976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4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C2C3C988-656D-4CF5-95E6-C51595804D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172"/>
          <a:stretch/>
        </p:blipFill>
        <p:spPr>
          <a:xfrm>
            <a:off x="4058977" y="458297"/>
            <a:ext cx="1890561" cy="1972872"/>
          </a:xfrm>
          <a:prstGeom prst="rect">
            <a:avLst/>
          </a:pr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619B5C78-6EA0-4A5C-98BE-73E842D5747B}"/>
              </a:ext>
            </a:extLst>
          </p:cNvPr>
          <p:cNvSpPr/>
          <p:nvPr/>
        </p:nvSpPr>
        <p:spPr>
          <a:xfrm>
            <a:off x="16509" y="3822"/>
            <a:ext cx="5944282" cy="4297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EDF97254-03C2-452E-9CE1-44832564B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770" y="4346301"/>
            <a:ext cx="2327154" cy="36143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1" name="TextBox 50"/>
          <p:cNvSpPr txBox="1"/>
          <p:nvPr/>
        </p:nvSpPr>
        <p:spPr>
          <a:xfrm>
            <a:off x="16508" y="23750"/>
            <a:ext cx="5907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   Rockne Invitational Golf Tournament – Electronic Scorecard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3F2AD0A-4C7A-4FA2-966F-373DFEEEA435}"/>
              </a:ext>
            </a:extLst>
          </p:cNvPr>
          <p:cNvSpPr txBox="1"/>
          <p:nvPr/>
        </p:nvSpPr>
        <p:spPr>
          <a:xfrm>
            <a:off x="4571574" y="6252283"/>
            <a:ext cx="1043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Your </a:t>
            </a:r>
            <a:r>
              <a:rPr lang="en-US" sz="1200" b="1" dirty="0"/>
              <a:t>Scrolling</a:t>
            </a:r>
          </a:p>
          <a:p>
            <a:pPr>
              <a:lnSpc>
                <a:spcPts val="1200"/>
              </a:lnSpc>
            </a:pPr>
            <a:r>
              <a:rPr lang="en-US" sz="1200" b="1" dirty="0"/>
              <a:t>Scorecard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CB796AD-8988-41F8-9332-719CF68D797E}"/>
              </a:ext>
            </a:extLst>
          </p:cNvPr>
          <p:cNvCxnSpPr>
            <a:cxnSpLocks/>
            <a:stCxn id="81" idx="1"/>
          </p:cNvCxnSpPr>
          <p:nvPr/>
        </p:nvCxnSpPr>
        <p:spPr>
          <a:xfrm flipH="1">
            <a:off x="3849594" y="6452338"/>
            <a:ext cx="721980" cy="491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C88B359-4583-4B7D-8B58-FC0C7322095A}"/>
              </a:ext>
            </a:extLst>
          </p:cNvPr>
          <p:cNvSpPr txBox="1"/>
          <p:nvPr/>
        </p:nvSpPr>
        <p:spPr>
          <a:xfrm>
            <a:off x="4568483" y="4222621"/>
            <a:ext cx="1363755" cy="556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Use </a:t>
            </a:r>
            <a:r>
              <a:rPr lang="en-US" sz="1200" b="1" dirty="0"/>
              <a:t>Menu</a:t>
            </a:r>
            <a:r>
              <a:rPr lang="en-US" sz="1200" dirty="0"/>
              <a:t> button to bring up the navigation menu. 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B53B1FE-2976-48CA-9435-8A0CD58F141B}"/>
              </a:ext>
            </a:extLst>
          </p:cNvPr>
          <p:cNvCxnSpPr>
            <a:cxnSpLocks/>
            <a:stCxn id="87" idx="1"/>
          </p:cNvCxnSpPr>
          <p:nvPr/>
        </p:nvCxnSpPr>
        <p:spPr>
          <a:xfrm flipH="1">
            <a:off x="4084845" y="4500710"/>
            <a:ext cx="483638" cy="189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A3789329-AE2C-4D16-BF46-7D0B2703A1CE}"/>
              </a:ext>
            </a:extLst>
          </p:cNvPr>
          <p:cNvSpPr txBox="1"/>
          <p:nvPr/>
        </p:nvSpPr>
        <p:spPr>
          <a:xfrm>
            <a:off x="362225" y="6523514"/>
            <a:ext cx="1155377" cy="71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Hit </a:t>
            </a:r>
            <a:r>
              <a:rPr lang="en-US" sz="1200" b="1" dirty="0"/>
              <a:t>Input Score </a:t>
            </a:r>
            <a:r>
              <a:rPr lang="en-US" sz="1200" dirty="0"/>
              <a:t>button to enter score for the current hole.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3A5D4FF-0950-481B-9E17-F0FD556B6C11}"/>
              </a:ext>
            </a:extLst>
          </p:cNvPr>
          <p:cNvCxnSpPr>
            <a:cxnSpLocks/>
          </p:cNvCxnSpPr>
          <p:nvPr/>
        </p:nvCxnSpPr>
        <p:spPr>
          <a:xfrm>
            <a:off x="1368763" y="7121678"/>
            <a:ext cx="610800" cy="366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57493FA-0EEB-4709-9509-FD24417277ED}"/>
              </a:ext>
            </a:extLst>
          </p:cNvPr>
          <p:cNvSpPr txBox="1"/>
          <p:nvPr/>
        </p:nvSpPr>
        <p:spPr>
          <a:xfrm>
            <a:off x="-19867" y="3394499"/>
            <a:ext cx="59698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9" indent="-342909">
              <a:buFont typeface="+mj-lt"/>
              <a:buAutoNum type="arabicPeriod" startAt="3"/>
            </a:pPr>
            <a:r>
              <a:rPr lang="en-US" sz="1400" b="1" dirty="0"/>
              <a:t>Go to the Electronic Scorecard</a:t>
            </a:r>
            <a:r>
              <a:rPr lang="en-US" sz="1400" dirty="0"/>
              <a:t>. In the menu bar, select </a:t>
            </a:r>
            <a:r>
              <a:rPr lang="en-US" sz="1400" b="1" dirty="0"/>
              <a:t>Scorecard</a:t>
            </a:r>
            <a:r>
              <a:rPr lang="en-US" sz="1400" dirty="0"/>
              <a:t>.  </a:t>
            </a:r>
          </a:p>
          <a:p>
            <a:pPr marL="342909" indent="-342909">
              <a:buFont typeface="+mj-lt"/>
              <a:buAutoNum type="arabicPeriod" startAt="3"/>
            </a:pPr>
            <a:r>
              <a:rPr lang="en-US" sz="1400" b="1" dirty="0"/>
              <a:t>Enter Data</a:t>
            </a:r>
            <a:r>
              <a:rPr lang="en-US" sz="1400" dirty="0"/>
              <a:t>.  Make sure you are on the correct hole you are playing. Enter scores and record designated Closest to the Hole and Longest drives.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0C586E-FDFE-41C3-A5C4-600B41272310}"/>
              </a:ext>
            </a:extLst>
          </p:cNvPr>
          <p:cNvSpPr txBox="1"/>
          <p:nvPr/>
        </p:nvSpPr>
        <p:spPr>
          <a:xfrm>
            <a:off x="1908103" y="7068979"/>
            <a:ext cx="418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E027C7-F981-4270-9561-F94FEDBDA1F4}"/>
              </a:ext>
            </a:extLst>
          </p:cNvPr>
          <p:cNvSpPr txBox="1"/>
          <p:nvPr/>
        </p:nvSpPr>
        <p:spPr>
          <a:xfrm>
            <a:off x="2506099" y="7080854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6A19A0A-EA36-46B2-8A39-803DFDFCD715}"/>
              </a:ext>
            </a:extLst>
          </p:cNvPr>
          <p:cNvSpPr/>
          <p:nvPr/>
        </p:nvSpPr>
        <p:spPr>
          <a:xfrm>
            <a:off x="2931691" y="7578297"/>
            <a:ext cx="237003" cy="2370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/>
              <a:t>1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4A23E7B-9199-4B7D-A498-F95F5289B927}"/>
              </a:ext>
            </a:extLst>
          </p:cNvPr>
          <p:cNvSpPr/>
          <p:nvPr/>
        </p:nvSpPr>
        <p:spPr>
          <a:xfrm>
            <a:off x="3849592" y="7577520"/>
            <a:ext cx="237003" cy="2370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/>
              <a:t>2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7545898-6494-4391-985A-FD1E39A5F87E}"/>
              </a:ext>
            </a:extLst>
          </p:cNvPr>
          <p:cNvSpPr/>
          <p:nvPr/>
        </p:nvSpPr>
        <p:spPr>
          <a:xfrm>
            <a:off x="3433400" y="7080854"/>
            <a:ext cx="237003" cy="2370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0A981C5-0EF7-4FDE-AD50-2F3A8FBCCD91}"/>
              </a:ext>
            </a:extLst>
          </p:cNvPr>
          <p:cNvSpPr txBox="1"/>
          <p:nvPr/>
        </p:nvSpPr>
        <p:spPr>
          <a:xfrm>
            <a:off x="4580174" y="6723792"/>
            <a:ext cx="1407156" cy="132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Go to desired hole by (1) using arrow buttons, (2) hitting </a:t>
            </a:r>
            <a:r>
              <a:rPr lang="en-US" sz="1200" b="1" dirty="0" err="1"/>
              <a:t>Goto</a:t>
            </a:r>
            <a:r>
              <a:rPr lang="en-US" sz="1200" b="1" dirty="0"/>
              <a:t> Hole </a:t>
            </a:r>
            <a:r>
              <a:rPr lang="en-US" sz="1200" dirty="0"/>
              <a:t>button or (3) dragging scrolling scorecard left or right and clicking on hole. 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1217BD2-4B1F-4F8B-9644-9EBDD1B6084D}"/>
              </a:ext>
            </a:extLst>
          </p:cNvPr>
          <p:cNvCxnSpPr>
            <a:cxnSpLocks/>
          </p:cNvCxnSpPr>
          <p:nvPr/>
        </p:nvCxnSpPr>
        <p:spPr>
          <a:xfrm flipH="1">
            <a:off x="3725553" y="7103843"/>
            <a:ext cx="819348" cy="67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050E1DD-2E58-48DC-9544-385050E020B4}"/>
              </a:ext>
            </a:extLst>
          </p:cNvPr>
          <p:cNvCxnSpPr>
            <a:cxnSpLocks/>
          </p:cNvCxnSpPr>
          <p:nvPr/>
        </p:nvCxnSpPr>
        <p:spPr>
          <a:xfrm flipH="1">
            <a:off x="3119564" y="7121678"/>
            <a:ext cx="1416055" cy="366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F1DD960-F94C-4F12-B997-67F6E16FABCF}"/>
              </a:ext>
            </a:extLst>
          </p:cNvPr>
          <p:cNvCxnSpPr>
            <a:cxnSpLocks/>
          </p:cNvCxnSpPr>
          <p:nvPr/>
        </p:nvCxnSpPr>
        <p:spPr>
          <a:xfrm flipH="1">
            <a:off x="3957292" y="7121678"/>
            <a:ext cx="600423" cy="366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2D05BB3-7121-4C0A-B45A-DAE89A1FD576}"/>
              </a:ext>
            </a:extLst>
          </p:cNvPr>
          <p:cNvSpPr txBox="1"/>
          <p:nvPr/>
        </p:nvSpPr>
        <p:spPr>
          <a:xfrm>
            <a:off x="4580174" y="4791399"/>
            <a:ext cx="1357341" cy="71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Your </a:t>
            </a:r>
            <a:r>
              <a:rPr lang="en-US" sz="1200" b="1" dirty="0"/>
              <a:t>Team Info</a:t>
            </a:r>
            <a:r>
              <a:rPr lang="en-US" sz="1200" dirty="0"/>
              <a:t>: team number, handicap and player names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7E4D529-B833-4A6F-9817-54DB3C342C6D}"/>
              </a:ext>
            </a:extLst>
          </p:cNvPr>
          <p:cNvCxnSpPr>
            <a:cxnSpLocks/>
            <a:stCxn id="89" idx="1"/>
          </p:cNvCxnSpPr>
          <p:nvPr/>
        </p:nvCxnSpPr>
        <p:spPr>
          <a:xfrm flipH="1">
            <a:off x="3642376" y="5146432"/>
            <a:ext cx="937798" cy="581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C73813A-67DD-4057-9FCC-A9B1723E8D83}"/>
              </a:ext>
            </a:extLst>
          </p:cNvPr>
          <p:cNvSpPr txBox="1"/>
          <p:nvPr/>
        </p:nvSpPr>
        <p:spPr>
          <a:xfrm>
            <a:off x="360878" y="7277114"/>
            <a:ext cx="1155377" cy="86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Enter closest to the hole and longest drive on specified holes.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7AF2979-9D69-4EEC-97D2-1A26D4F6EC88}"/>
              </a:ext>
            </a:extLst>
          </p:cNvPr>
          <p:cNvCxnSpPr>
            <a:cxnSpLocks/>
          </p:cNvCxnSpPr>
          <p:nvPr/>
        </p:nvCxnSpPr>
        <p:spPr>
          <a:xfrm>
            <a:off x="1313653" y="7691463"/>
            <a:ext cx="762223" cy="958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53C53B4-329E-4F81-9358-AF69DFC32F2E}"/>
              </a:ext>
            </a:extLst>
          </p:cNvPr>
          <p:cNvSpPr txBox="1"/>
          <p:nvPr/>
        </p:nvSpPr>
        <p:spPr>
          <a:xfrm>
            <a:off x="4567075" y="5618024"/>
            <a:ext cx="1357341" cy="402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Get </a:t>
            </a:r>
            <a:r>
              <a:rPr lang="en-US" sz="1200" b="1" dirty="0"/>
              <a:t>scorecard help</a:t>
            </a:r>
            <a:r>
              <a:rPr lang="en-US" sz="1200" dirty="0"/>
              <a:t>.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79A2647-9192-4669-BE5C-36D29F1FCEC7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3975928" y="5819169"/>
            <a:ext cx="591147" cy="332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-19867" y="556952"/>
            <a:ext cx="41027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9" indent="-342909">
              <a:buFont typeface="+mj-lt"/>
              <a:buAutoNum type="arabicPeriod"/>
            </a:pPr>
            <a:r>
              <a:rPr lang="en-US" sz="1400" b="1" dirty="0"/>
              <a:t>Go to the Website</a:t>
            </a:r>
            <a:r>
              <a:rPr lang="en-US" sz="1400" dirty="0"/>
              <a:t>. Either (1) scan the QR code on the right or (2) go to the website </a:t>
            </a:r>
            <a:r>
              <a:rPr lang="en-US" sz="1400" b="1" dirty="0"/>
              <a:t>http://rockne.golf</a:t>
            </a:r>
            <a:r>
              <a:rPr lang="en-US" sz="1400" dirty="0"/>
              <a:t>.  Do </a:t>
            </a:r>
            <a:r>
              <a:rPr lang="en-US" sz="1400" u="sng" dirty="0"/>
              <a:t>NOT</a:t>
            </a:r>
            <a:r>
              <a:rPr lang="en-US" sz="1400" dirty="0"/>
              <a:t> add </a:t>
            </a:r>
            <a:r>
              <a:rPr lang="en-US" sz="1400" b="1" dirty="0"/>
              <a:t>.com</a:t>
            </a:r>
            <a:r>
              <a:rPr lang="en-US" sz="1400" dirty="0"/>
              <a:t> to the end of the address.</a:t>
            </a:r>
          </a:p>
          <a:p>
            <a:pPr marL="342909" indent="-342909">
              <a:buFont typeface="+mj-lt"/>
              <a:buAutoNum type="arabicPeriod"/>
            </a:pPr>
            <a:r>
              <a:rPr lang="en-US" sz="1400" b="1" dirty="0"/>
              <a:t>Log In</a:t>
            </a:r>
            <a:r>
              <a:rPr lang="en-US" sz="1400" dirty="0"/>
              <a:t>.  Either (1) select </a:t>
            </a:r>
            <a:r>
              <a:rPr lang="en-US" sz="1400" b="1" dirty="0"/>
              <a:t>Team Log In </a:t>
            </a:r>
            <a:r>
              <a:rPr lang="en-US" sz="1400" dirty="0"/>
              <a:t>from the menu bar, or (2) find and click the button at the bottom of the home page that says </a:t>
            </a:r>
            <a:r>
              <a:rPr lang="en-US" sz="1400" b="1" dirty="0"/>
              <a:t>Log In</a:t>
            </a:r>
            <a:r>
              <a:rPr lang="en-US" sz="1400" dirty="0"/>
              <a:t>.  Then enter your team credentials shown below: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B03E719-84D9-4F4B-84B5-1CB01B32D68A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3999678" y="5819169"/>
            <a:ext cx="567397" cy="5222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A6E6DEE-4FA8-4D14-A618-40991EEAA06F}"/>
              </a:ext>
            </a:extLst>
          </p:cNvPr>
          <p:cNvSpPr txBox="1"/>
          <p:nvPr/>
        </p:nvSpPr>
        <p:spPr>
          <a:xfrm>
            <a:off x="352192" y="2383668"/>
            <a:ext cx="562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Team: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4E49FA4-048D-408F-92B4-9604BD124F74}"/>
              </a:ext>
            </a:extLst>
          </p:cNvPr>
          <p:cNvSpPr txBox="1"/>
          <p:nvPr/>
        </p:nvSpPr>
        <p:spPr>
          <a:xfrm>
            <a:off x="1389096" y="2392280"/>
            <a:ext cx="834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Password: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BE9234-D610-4F88-84D0-543B9D383E8F}"/>
              </a:ext>
            </a:extLst>
          </p:cNvPr>
          <p:cNvSpPr/>
          <p:nvPr/>
        </p:nvSpPr>
        <p:spPr>
          <a:xfrm>
            <a:off x="425207" y="2629842"/>
            <a:ext cx="888446" cy="612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299B0BBB-8012-4DE8-87F7-BAB6B4A0350B}"/>
              </a:ext>
            </a:extLst>
          </p:cNvPr>
          <p:cNvSpPr/>
          <p:nvPr/>
        </p:nvSpPr>
        <p:spPr>
          <a:xfrm>
            <a:off x="1462111" y="2623947"/>
            <a:ext cx="1043988" cy="617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5EB79D2-FBAA-448E-8BDC-6B596DD79618}"/>
              </a:ext>
            </a:extLst>
          </p:cNvPr>
          <p:cNvSpPr/>
          <p:nvPr/>
        </p:nvSpPr>
        <p:spPr>
          <a:xfrm>
            <a:off x="2636218" y="2622258"/>
            <a:ext cx="888446" cy="617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C2713DE-677A-4FF5-98F4-ED0E416262B1}"/>
              </a:ext>
            </a:extLst>
          </p:cNvPr>
          <p:cNvSpPr/>
          <p:nvPr/>
        </p:nvSpPr>
        <p:spPr>
          <a:xfrm>
            <a:off x="3650188" y="2622258"/>
            <a:ext cx="2225792" cy="617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E47D092-9FD9-402D-863F-CE983711507F}"/>
              </a:ext>
            </a:extLst>
          </p:cNvPr>
          <p:cNvSpPr txBox="1"/>
          <p:nvPr/>
        </p:nvSpPr>
        <p:spPr>
          <a:xfrm>
            <a:off x="2546479" y="2379017"/>
            <a:ext cx="864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Start Hole: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5EB77F0-F222-447A-BF13-453D1C36A96B}"/>
              </a:ext>
            </a:extLst>
          </p:cNvPr>
          <p:cNvSpPr txBox="1"/>
          <p:nvPr/>
        </p:nvSpPr>
        <p:spPr>
          <a:xfrm>
            <a:off x="3578938" y="2389307"/>
            <a:ext cx="6800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Players: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349C468-05A5-48C2-986F-7FD6D6808ECA}"/>
              </a:ext>
            </a:extLst>
          </p:cNvPr>
          <p:cNvSpPr txBox="1"/>
          <p:nvPr/>
        </p:nvSpPr>
        <p:spPr>
          <a:xfrm>
            <a:off x="360294" y="5427665"/>
            <a:ext cx="1155377" cy="1017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In-flight tournament data (holes played, raw score, adjusted score, etc.)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15A61177-712A-4167-AFEC-C3F0F2C94435}"/>
              </a:ext>
            </a:extLst>
          </p:cNvPr>
          <p:cNvCxnSpPr>
            <a:cxnSpLocks/>
          </p:cNvCxnSpPr>
          <p:nvPr/>
        </p:nvCxnSpPr>
        <p:spPr>
          <a:xfrm>
            <a:off x="1368763" y="6252283"/>
            <a:ext cx="537571" cy="3393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2D54CF8-B75B-4FC7-93F3-72E48C9AEA80}"/>
              </a:ext>
            </a:extLst>
          </p:cNvPr>
          <p:cNvSpPr txBox="1"/>
          <p:nvPr/>
        </p:nvSpPr>
        <p:spPr>
          <a:xfrm>
            <a:off x="330966" y="4203235"/>
            <a:ext cx="1155377" cy="117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This is the upper part of the </a:t>
            </a:r>
            <a:r>
              <a:rPr lang="en-US" sz="1200" b="1" dirty="0"/>
              <a:t>Electronic Scorecard</a:t>
            </a:r>
            <a:r>
              <a:rPr lang="en-US" sz="1200" dirty="0"/>
              <a:t>.  Below, find up-to-date leader boards.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EFDEA94-91AB-4D2B-AD0D-2A218A205EFC}"/>
              </a:ext>
            </a:extLst>
          </p:cNvPr>
          <p:cNvCxnSpPr>
            <a:cxnSpLocks/>
          </p:cNvCxnSpPr>
          <p:nvPr/>
        </p:nvCxnSpPr>
        <p:spPr>
          <a:xfrm>
            <a:off x="1314331" y="4604725"/>
            <a:ext cx="4377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Picture 115">
            <a:extLst>
              <a:ext uri="{FF2B5EF4-FFF2-40B4-BE49-F238E27FC236}">
                <a16:creationId xmlns:a16="http://schemas.microsoft.com/office/drawing/2014/main" id="{CBEBE0B7-E8FF-4A59-A9E4-034154B66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62" y="42826"/>
            <a:ext cx="495724" cy="35512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1791C2D6-112F-4D3C-8AB1-22F0A340E6BF}"/>
              </a:ext>
            </a:extLst>
          </p:cNvPr>
          <p:cNvSpPr txBox="1"/>
          <p:nvPr/>
        </p:nvSpPr>
        <p:spPr>
          <a:xfrm>
            <a:off x="-19867" y="8237243"/>
            <a:ext cx="5969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9" indent="-342909">
              <a:buFont typeface="+mj-lt"/>
              <a:buAutoNum type="arabicPeriod" startAt="5"/>
            </a:pPr>
            <a:r>
              <a:rPr lang="en-US" sz="1400" b="1" dirty="0"/>
              <a:t>Update Your Player Profile</a:t>
            </a:r>
            <a:r>
              <a:rPr lang="en-US" sz="1400" dirty="0"/>
              <a:t>. At some point today, select </a:t>
            </a:r>
            <a:r>
              <a:rPr lang="en-US" sz="1400" b="1" dirty="0"/>
              <a:t>Players</a:t>
            </a:r>
            <a:r>
              <a:rPr lang="en-US" sz="1400" dirty="0"/>
              <a:t> from the menu bar and update all team member contact information.  </a:t>
            </a:r>
          </a:p>
        </p:txBody>
      </p:sp>
      <p:pic>
        <p:nvPicPr>
          <p:cNvPr id="119" name="Picture 118" descr="Qr code&#10;&#10;Description automatically generated">
            <a:extLst>
              <a:ext uri="{FF2B5EF4-FFF2-40B4-BE49-F238E27FC236}">
                <a16:creationId xmlns:a16="http://schemas.microsoft.com/office/drawing/2014/main" id="{3B7A286D-FDF3-4E9D-9A35-D3FB72558C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23"/>
          <a:stretch/>
        </p:blipFill>
        <p:spPr>
          <a:xfrm>
            <a:off x="10308324" y="458297"/>
            <a:ext cx="1875758" cy="1972872"/>
          </a:xfrm>
          <a:prstGeom prst="rect">
            <a:avLst/>
          </a:prstGeom>
        </p:spPr>
      </p:pic>
      <p:sp>
        <p:nvSpPr>
          <p:cNvPr id="120" name="Rectangle 119">
            <a:extLst>
              <a:ext uri="{FF2B5EF4-FFF2-40B4-BE49-F238E27FC236}">
                <a16:creationId xmlns:a16="http://schemas.microsoft.com/office/drawing/2014/main" id="{AFEFBA54-CE08-4538-A6CC-B713A851B161}"/>
              </a:ext>
            </a:extLst>
          </p:cNvPr>
          <p:cNvSpPr/>
          <p:nvPr/>
        </p:nvSpPr>
        <p:spPr>
          <a:xfrm>
            <a:off x="6265856" y="3822"/>
            <a:ext cx="5944282" cy="4297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1" name="Picture 120" descr="Graphical user interface&#10;&#10;Description automatically generated">
            <a:extLst>
              <a:ext uri="{FF2B5EF4-FFF2-40B4-BE49-F238E27FC236}">
                <a16:creationId xmlns:a16="http://schemas.microsoft.com/office/drawing/2014/main" id="{55F8C902-2B65-4476-AC0F-7FA582AEA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117" y="4346301"/>
            <a:ext cx="2327154" cy="36143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97FE1AC1-FC99-4112-97E6-695B471FA6C5}"/>
              </a:ext>
            </a:extLst>
          </p:cNvPr>
          <p:cNvSpPr txBox="1"/>
          <p:nvPr/>
        </p:nvSpPr>
        <p:spPr>
          <a:xfrm>
            <a:off x="6265855" y="23750"/>
            <a:ext cx="5907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   Rockne Invitational Golf Tournament – Electronic Scorecard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C86771C-C39D-4574-95CD-6FBC70849A93}"/>
              </a:ext>
            </a:extLst>
          </p:cNvPr>
          <p:cNvSpPr txBox="1"/>
          <p:nvPr/>
        </p:nvSpPr>
        <p:spPr>
          <a:xfrm>
            <a:off x="10820921" y="6252283"/>
            <a:ext cx="1043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Your </a:t>
            </a:r>
            <a:r>
              <a:rPr lang="en-US" sz="1200" b="1" dirty="0"/>
              <a:t>Scrolling</a:t>
            </a:r>
          </a:p>
          <a:p>
            <a:pPr>
              <a:lnSpc>
                <a:spcPts val="1200"/>
              </a:lnSpc>
            </a:pPr>
            <a:r>
              <a:rPr lang="en-US" sz="1200" b="1" dirty="0"/>
              <a:t>Scorecard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A7AB3B5-D4B8-4C45-A862-0E2F82C7B139}"/>
              </a:ext>
            </a:extLst>
          </p:cNvPr>
          <p:cNvCxnSpPr>
            <a:cxnSpLocks/>
            <a:stCxn id="123" idx="1"/>
          </p:cNvCxnSpPr>
          <p:nvPr/>
        </p:nvCxnSpPr>
        <p:spPr>
          <a:xfrm flipH="1">
            <a:off x="10098941" y="6452338"/>
            <a:ext cx="721980" cy="491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4F631E32-EDEB-4DA3-A5D7-E708EE56BDA5}"/>
              </a:ext>
            </a:extLst>
          </p:cNvPr>
          <p:cNvSpPr txBox="1"/>
          <p:nvPr/>
        </p:nvSpPr>
        <p:spPr>
          <a:xfrm>
            <a:off x="10817830" y="4222621"/>
            <a:ext cx="1363755" cy="556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Use </a:t>
            </a:r>
            <a:r>
              <a:rPr lang="en-US" sz="1200" b="1" dirty="0"/>
              <a:t>Menu</a:t>
            </a:r>
            <a:r>
              <a:rPr lang="en-US" sz="1200" dirty="0"/>
              <a:t> button to bring up the navigation menu. 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D5C00BE-DA27-4756-B5D4-107EF7228E74}"/>
              </a:ext>
            </a:extLst>
          </p:cNvPr>
          <p:cNvCxnSpPr>
            <a:cxnSpLocks/>
            <a:stCxn id="128" idx="1"/>
          </p:cNvCxnSpPr>
          <p:nvPr/>
        </p:nvCxnSpPr>
        <p:spPr>
          <a:xfrm flipH="1">
            <a:off x="10334192" y="4500710"/>
            <a:ext cx="483638" cy="189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74231CE4-9ED7-479B-B93E-90BFB9C8C90C}"/>
              </a:ext>
            </a:extLst>
          </p:cNvPr>
          <p:cNvSpPr txBox="1"/>
          <p:nvPr/>
        </p:nvSpPr>
        <p:spPr>
          <a:xfrm>
            <a:off x="6611572" y="6523514"/>
            <a:ext cx="1155377" cy="71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Hit </a:t>
            </a:r>
            <a:r>
              <a:rPr lang="en-US" sz="1200" b="1" dirty="0"/>
              <a:t>Input Score </a:t>
            </a:r>
            <a:r>
              <a:rPr lang="en-US" sz="1200" dirty="0"/>
              <a:t>button to enter score for the current hole.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E7CD60E8-C16A-4C04-8C78-7F83EDB13273}"/>
              </a:ext>
            </a:extLst>
          </p:cNvPr>
          <p:cNvCxnSpPr>
            <a:cxnSpLocks/>
          </p:cNvCxnSpPr>
          <p:nvPr/>
        </p:nvCxnSpPr>
        <p:spPr>
          <a:xfrm>
            <a:off x="7618110" y="7121678"/>
            <a:ext cx="610800" cy="366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8BBB4FAD-FEA6-4B6B-BF92-809D56035E3B}"/>
              </a:ext>
            </a:extLst>
          </p:cNvPr>
          <p:cNvSpPr txBox="1"/>
          <p:nvPr/>
        </p:nvSpPr>
        <p:spPr>
          <a:xfrm>
            <a:off x="6229480" y="3394499"/>
            <a:ext cx="59698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9" indent="-342909">
              <a:buFont typeface="+mj-lt"/>
              <a:buAutoNum type="arabicPeriod" startAt="3"/>
            </a:pPr>
            <a:r>
              <a:rPr lang="en-US" sz="1400" b="1" dirty="0"/>
              <a:t>Go to the Electronic Scorecard</a:t>
            </a:r>
            <a:r>
              <a:rPr lang="en-US" sz="1400" dirty="0"/>
              <a:t>. In the menu bar, select </a:t>
            </a:r>
            <a:r>
              <a:rPr lang="en-US" sz="1400" b="1" dirty="0"/>
              <a:t>Scorecard</a:t>
            </a:r>
            <a:r>
              <a:rPr lang="en-US" sz="1400" dirty="0"/>
              <a:t>.  </a:t>
            </a:r>
          </a:p>
          <a:p>
            <a:pPr marL="342909" indent="-342909">
              <a:buFont typeface="+mj-lt"/>
              <a:buAutoNum type="arabicPeriod" startAt="3"/>
            </a:pPr>
            <a:r>
              <a:rPr lang="en-US" sz="1400" b="1" dirty="0"/>
              <a:t>Enter Data</a:t>
            </a:r>
            <a:r>
              <a:rPr lang="en-US" sz="1400" dirty="0"/>
              <a:t>.  Make sure you are on the correct hole you are playing. Enter scores and record designated Closest to the Hole and Longest drives.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31A885-60C5-48BC-8754-9D1A4C70C69F}"/>
              </a:ext>
            </a:extLst>
          </p:cNvPr>
          <p:cNvSpPr txBox="1"/>
          <p:nvPr/>
        </p:nvSpPr>
        <p:spPr>
          <a:xfrm>
            <a:off x="8157450" y="7068979"/>
            <a:ext cx="418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+0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22A1231-AC43-4986-B64D-70C643551C3A}"/>
              </a:ext>
            </a:extLst>
          </p:cNvPr>
          <p:cNvSpPr txBox="1"/>
          <p:nvPr/>
        </p:nvSpPr>
        <p:spPr>
          <a:xfrm>
            <a:off x="8755446" y="7080854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EB570757-F6B2-4F46-99C8-313CEC904A5E}"/>
              </a:ext>
            </a:extLst>
          </p:cNvPr>
          <p:cNvSpPr/>
          <p:nvPr/>
        </p:nvSpPr>
        <p:spPr>
          <a:xfrm>
            <a:off x="9181038" y="7578297"/>
            <a:ext cx="237003" cy="2370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/>
              <a:t>1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E8D2F9EA-FAE6-4F29-8A5D-C5BD3897DB71}"/>
              </a:ext>
            </a:extLst>
          </p:cNvPr>
          <p:cNvSpPr/>
          <p:nvPr/>
        </p:nvSpPr>
        <p:spPr>
          <a:xfrm>
            <a:off x="10098939" y="7577520"/>
            <a:ext cx="237003" cy="2370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/>
              <a:t>2</a:t>
            </a:r>
          </a:p>
        </p:txBody>
      </p:sp>
      <p:sp>
        <p:nvSpPr>
          <p:cNvPr id="137" name="Oval 136">
            <a:extLst>
              <a:ext uri="{FF2B5EF4-FFF2-40B4-BE49-F238E27FC236}">
                <a16:creationId xmlns:a16="http://schemas.microsoft.com/office/drawing/2014/main" id="{88E5D187-2543-4790-B963-2299BEC0147D}"/>
              </a:ext>
            </a:extLst>
          </p:cNvPr>
          <p:cNvSpPr/>
          <p:nvPr/>
        </p:nvSpPr>
        <p:spPr>
          <a:xfrm>
            <a:off x="9682747" y="7080854"/>
            <a:ext cx="237003" cy="23700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/>
              <a:t>3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66AEE23-B92F-491B-855B-60A380360F10}"/>
              </a:ext>
            </a:extLst>
          </p:cNvPr>
          <p:cNvSpPr txBox="1"/>
          <p:nvPr/>
        </p:nvSpPr>
        <p:spPr>
          <a:xfrm>
            <a:off x="10829521" y="6723792"/>
            <a:ext cx="1407156" cy="132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Go to desired hole by (1) using arrow buttons, (2) hitting </a:t>
            </a:r>
            <a:r>
              <a:rPr lang="en-US" sz="1200" b="1" dirty="0" err="1"/>
              <a:t>Goto</a:t>
            </a:r>
            <a:r>
              <a:rPr lang="en-US" sz="1200" b="1" dirty="0"/>
              <a:t> Hole </a:t>
            </a:r>
            <a:r>
              <a:rPr lang="en-US" sz="1200" dirty="0"/>
              <a:t>button or (3) dragging scrolling scorecard left or right and clicking on hole. 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D2EF00A3-CF1E-4347-885B-6D822BFB879B}"/>
              </a:ext>
            </a:extLst>
          </p:cNvPr>
          <p:cNvCxnSpPr>
            <a:cxnSpLocks/>
          </p:cNvCxnSpPr>
          <p:nvPr/>
        </p:nvCxnSpPr>
        <p:spPr>
          <a:xfrm flipH="1">
            <a:off x="9974900" y="7103843"/>
            <a:ext cx="819348" cy="675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93ECFEA-8387-4DA0-9888-88F77CFAC518}"/>
              </a:ext>
            </a:extLst>
          </p:cNvPr>
          <p:cNvCxnSpPr>
            <a:cxnSpLocks/>
          </p:cNvCxnSpPr>
          <p:nvPr/>
        </p:nvCxnSpPr>
        <p:spPr>
          <a:xfrm flipH="1">
            <a:off x="9368911" y="7121678"/>
            <a:ext cx="1416055" cy="366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7EDCF3DF-BAC3-4DC7-8A58-FD2E7DD4BC06}"/>
              </a:ext>
            </a:extLst>
          </p:cNvPr>
          <p:cNvCxnSpPr>
            <a:cxnSpLocks/>
          </p:cNvCxnSpPr>
          <p:nvPr/>
        </p:nvCxnSpPr>
        <p:spPr>
          <a:xfrm flipH="1">
            <a:off x="10206639" y="7121678"/>
            <a:ext cx="600423" cy="3668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6C6C206A-3E23-443E-8A8B-1104F1BBC252}"/>
              </a:ext>
            </a:extLst>
          </p:cNvPr>
          <p:cNvSpPr txBox="1"/>
          <p:nvPr/>
        </p:nvSpPr>
        <p:spPr>
          <a:xfrm>
            <a:off x="10829521" y="4791399"/>
            <a:ext cx="1357341" cy="710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Your </a:t>
            </a:r>
            <a:r>
              <a:rPr lang="en-US" sz="1200" b="1" dirty="0"/>
              <a:t>Team Info</a:t>
            </a:r>
            <a:r>
              <a:rPr lang="en-US" sz="1200" dirty="0"/>
              <a:t>: team number, handicap and player names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D32F7905-F71A-4FA9-A890-AD445236704F}"/>
              </a:ext>
            </a:extLst>
          </p:cNvPr>
          <p:cNvCxnSpPr>
            <a:cxnSpLocks/>
            <a:stCxn id="142" idx="1"/>
          </p:cNvCxnSpPr>
          <p:nvPr/>
        </p:nvCxnSpPr>
        <p:spPr>
          <a:xfrm flipH="1">
            <a:off x="9891723" y="5146432"/>
            <a:ext cx="937798" cy="581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866F5E96-DA80-4608-8B05-50A64E3CFBFD}"/>
              </a:ext>
            </a:extLst>
          </p:cNvPr>
          <p:cNvSpPr txBox="1"/>
          <p:nvPr/>
        </p:nvSpPr>
        <p:spPr>
          <a:xfrm>
            <a:off x="6610225" y="7277114"/>
            <a:ext cx="1155377" cy="86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Enter closest to the hole and longest drive on specified holes.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2872C315-4B58-4A3E-B6B3-1DA66B67F189}"/>
              </a:ext>
            </a:extLst>
          </p:cNvPr>
          <p:cNvCxnSpPr>
            <a:cxnSpLocks/>
          </p:cNvCxnSpPr>
          <p:nvPr/>
        </p:nvCxnSpPr>
        <p:spPr>
          <a:xfrm>
            <a:off x="7563000" y="7691463"/>
            <a:ext cx="762223" cy="958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6B0EB18A-431A-4BEC-A05F-3727CA2DA19D}"/>
              </a:ext>
            </a:extLst>
          </p:cNvPr>
          <p:cNvSpPr txBox="1"/>
          <p:nvPr/>
        </p:nvSpPr>
        <p:spPr>
          <a:xfrm>
            <a:off x="10816422" y="5618024"/>
            <a:ext cx="1357341" cy="402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Get </a:t>
            </a:r>
            <a:r>
              <a:rPr lang="en-US" sz="1200" b="1" dirty="0"/>
              <a:t>scorecard help</a:t>
            </a:r>
            <a:r>
              <a:rPr lang="en-US" sz="1200" dirty="0"/>
              <a:t>.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04499B72-CD5F-4429-BB99-163329463F24}"/>
              </a:ext>
            </a:extLst>
          </p:cNvPr>
          <p:cNvCxnSpPr>
            <a:cxnSpLocks/>
            <a:stCxn id="146" idx="1"/>
          </p:cNvCxnSpPr>
          <p:nvPr/>
        </p:nvCxnSpPr>
        <p:spPr>
          <a:xfrm flipH="1">
            <a:off x="10225275" y="5819169"/>
            <a:ext cx="591147" cy="332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EBCB216C-4CD3-4290-87EF-9B64DED18306}"/>
              </a:ext>
            </a:extLst>
          </p:cNvPr>
          <p:cNvSpPr txBox="1"/>
          <p:nvPr/>
        </p:nvSpPr>
        <p:spPr>
          <a:xfrm>
            <a:off x="6229480" y="556952"/>
            <a:ext cx="41027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9" indent="-342909">
              <a:buFont typeface="+mj-lt"/>
              <a:buAutoNum type="arabicPeriod"/>
            </a:pPr>
            <a:r>
              <a:rPr lang="en-US" sz="1400" b="1" dirty="0"/>
              <a:t>Go to the Website</a:t>
            </a:r>
            <a:r>
              <a:rPr lang="en-US" sz="1400" dirty="0"/>
              <a:t>. Either (1) scan the QR code on the right or (2) go to the website </a:t>
            </a:r>
            <a:r>
              <a:rPr lang="en-US" sz="1400" b="1" dirty="0"/>
              <a:t>http://rockne.golf</a:t>
            </a:r>
            <a:r>
              <a:rPr lang="en-US" sz="1400" dirty="0"/>
              <a:t>.  Do </a:t>
            </a:r>
            <a:r>
              <a:rPr lang="en-US" sz="1400" u="sng" dirty="0"/>
              <a:t>NOT</a:t>
            </a:r>
            <a:r>
              <a:rPr lang="en-US" sz="1400" dirty="0"/>
              <a:t> add </a:t>
            </a:r>
            <a:r>
              <a:rPr lang="en-US" sz="1400" b="1" dirty="0"/>
              <a:t>.com</a:t>
            </a:r>
            <a:r>
              <a:rPr lang="en-US" sz="1400" dirty="0"/>
              <a:t> to the end of the address.</a:t>
            </a:r>
          </a:p>
          <a:p>
            <a:pPr marL="342909" indent="-342909">
              <a:buFont typeface="+mj-lt"/>
              <a:buAutoNum type="arabicPeriod"/>
            </a:pPr>
            <a:r>
              <a:rPr lang="en-US" sz="1400" b="1" dirty="0"/>
              <a:t>Log In</a:t>
            </a:r>
            <a:r>
              <a:rPr lang="en-US" sz="1400" dirty="0"/>
              <a:t>.  Either (1) select </a:t>
            </a:r>
            <a:r>
              <a:rPr lang="en-US" sz="1400" b="1" dirty="0"/>
              <a:t>Team Log In </a:t>
            </a:r>
            <a:r>
              <a:rPr lang="en-US" sz="1400" dirty="0"/>
              <a:t>from the menu bar, or (2) find and click the button at the bottom of the home page that says </a:t>
            </a:r>
            <a:r>
              <a:rPr lang="en-US" sz="1400" b="1" dirty="0"/>
              <a:t>Log In</a:t>
            </a:r>
            <a:r>
              <a:rPr lang="en-US" sz="1400" dirty="0"/>
              <a:t>.  Then enter your team credentials shown below: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CF7E68B-16A2-4579-8AFB-ED84348F2E6B}"/>
              </a:ext>
            </a:extLst>
          </p:cNvPr>
          <p:cNvCxnSpPr>
            <a:cxnSpLocks/>
            <a:stCxn id="146" idx="1"/>
          </p:cNvCxnSpPr>
          <p:nvPr/>
        </p:nvCxnSpPr>
        <p:spPr>
          <a:xfrm flipH="1">
            <a:off x="10249025" y="5819169"/>
            <a:ext cx="567397" cy="5222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BE105313-372B-42B8-84EA-BF5861DC712C}"/>
              </a:ext>
            </a:extLst>
          </p:cNvPr>
          <p:cNvSpPr txBox="1"/>
          <p:nvPr/>
        </p:nvSpPr>
        <p:spPr>
          <a:xfrm>
            <a:off x="6601539" y="2383668"/>
            <a:ext cx="5621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Team: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D7F4AE3-FF9B-42BA-A15B-C36B4B1B101E}"/>
              </a:ext>
            </a:extLst>
          </p:cNvPr>
          <p:cNvSpPr txBox="1"/>
          <p:nvPr/>
        </p:nvSpPr>
        <p:spPr>
          <a:xfrm>
            <a:off x="7638443" y="2392280"/>
            <a:ext cx="834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Password: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60DD629-39A1-4EF9-9FA7-A9FA68D25505}"/>
              </a:ext>
            </a:extLst>
          </p:cNvPr>
          <p:cNvSpPr/>
          <p:nvPr/>
        </p:nvSpPr>
        <p:spPr>
          <a:xfrm>
            <a:off x="6674554" y="2629842"/>
            <a:ext cx="888446" cy="612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65084EE-CD0B-4AE0-ACC7-1ED1124F5026}"/>
              </a:ext>
            </a:extLst>
          </p:cNvPr>
          <p:cNvSpPr/>
          <p:nvPr/>
        </p:nvSpPr>
        <p:spPr>
          <a:xfrm>
            <a:off x="7711458" y="2623947"/>
            <a:ext cx="1043988" cy="617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D2A2948-FF97-4990-BD0A-FCD564AD7037}"/>
              </a:ext>
            </a:extLst>
          </p:cNvPr>
          <p:cNvSpPr/>
          <p:nvPr/>
        </p:nvSpPr>
        <p:spPr>
          <a:xfrm>
            <a:off x="8885565" y="2622258"/>
            <a:ext cx="888446" cy="617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F19B10C2-7872-4641-A70B-BACE366A0442}"/>
              </a:ext>
            </a:extLst>
          </p:cNvPr>
          <p:cNvSpPr/>
          <p:nvPr/>
        </p:nvSpPr>
        <p:spPr>
          <a:xfrm>
            <a:off x="9899535" y="2622258"/>
            <a:ext cx="2225792" cy="6170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DD88F2E-F79A-4116-B991-DF26499B0BAC}"/>
              </a:ext>
            </a:extLst>
          </p:cNvPr>
          <p:cNvSpPr txBox="1"/>
          <p:nvPr/>
        </p:nvSpPr>
        <p:spPr>
          <a:xfrm>
            <a:off x="8795826" y="2379017"/>
            <a:ext cx="864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Start Hole: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2659247-E3A3-4B81-8C8A-1AAB34CC1DEE}"/>
              </a:ext>
            </a:extLst>
          </p:cNvPr>
          <p:cNvSpPr txBox="1"/>
          <p:nvPr/>
        </p:nvSpPr>
        <p:spPr>
          <a:xfrm>
            <a:off x="9828285" y="2389307"/>
            <a:ext cx="6800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Players: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93A5524-558A-44B8-B6F7-A61317D52624}"/>
              </a:ext>
            </a:extLst>
          </p:cNvPr>
          <p:cNvSpPr txBox="1"/>
          <p:nvPr/>
        </p:nvSpPr>
        <p:spPr>
          <a:xfrm>
            <a:off x="6609641" y="5427665"/>
            <a:ext cx="1155377" cy="1017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In-flight tournament data (holes played, raw score, adjusted score, etc.)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536FDA0-73F2-43CD-AAA6-1C80C7EE1392}"/>
              </a:ext>
            </a:extLst>
          </p:cNvPr>
          <p:cNvCxnSpPr>
            <a:cxnSpLocks/>
          </p:cNvCxnSpPr>
          <p:nvPr/>
        </p:nvCxnSpPr>
        <p:spPr>
          <a:xfrm>
            <a:off x="7618110" y="6252283"/>
            <a:ext cx="537571" cy="3393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032A15B1-2B12-443E-8B94-5F3C1C211C67}"/>
              </a:ext>
            </a:extLst>
          </p:cNvPr>
          <p:cNvSpPr txBox="1"/>
          <p:nvPr/>
        </p:nvSpPr>
        <p:spPr>
          <a:xfrm>
            <a:off x="6580313" y="4203235"/>
            <a:ext cx="1155377" cy="117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en-US" sz="1200" dirty="0"/>
              <a:t>This is the upper part of the </a:t>
            </a:r>
            <a:r>
              <a:rPr lang="en-US" sz="1200" b="1" dirty="0"/>
              <a:t>Electronic Scorecard</a:t>
            </a:r>
            <a:r>
              <a:rPr lang="en-US" sz="1200" dirty="0"/>
              <a:t>.  Below, find up-to-date leader boards.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19F56DAF-956C-4449-82EE-F92FFA56BF33}"/>
              </a:ext>
            </a:extLst>
          </p:cNvPr>
          <p:cNvCxnSpPr>
            <a:cxnSpLocks/>
          </p:cNvCxnSpPr>
          <p:nvPr/>
        </p:nvCxnSpPr>
        <p:spPr>
          <a:xfrm>
            <a:off x="7563678" y="4604725"/>
            <a:ext cx="4377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2" name="Picture 161">
            <a:extLst>
              <a:ext uri="{FF2B5EF4-FFF2-40B4-BE49-F238E27FC236}">
                <a16:creationId xmlns:a16="http://schemas.microsoft.com/office/drawing/2014/main" id="{96527841-440E-40E8-983C-85BECAEFB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09" y="42826"/>
            <a:ext cx="495724" cy="35512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E40E4F7E-1565-4351-B50B-8C8C56512C8F}"/>
              </a:ext>
            </a:extLst>
          </p:cNvPr>
          <p:cNvSpPr txBox="1"/>
          <p:nvPr/>
        </p:nvSpPr>
        <p:spPr>
          <a:xfrm>
            <a:off x="6229480" y="8237243"/>
            <a:ext cx="5969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9" indent="-342909">
              <a:buFont typeface="+mj-lt"/>
              <a:buAutoNum type="arabicPeriod" startAt="5"/>
            </a:pPr>
            <a:r>
              <a:rPr lang="en-US" sz="1400" b="1" dirty="0"/>
              <a:t>Update Your Player Profile</a:t>
            </a:r>
            <a:r>
              <a:rPr lang="en-US" sz="1400" dirty="0"/>
              <a:t>. At some point today, select </a:t>
            </a:r>
            <a:r>
              <a:rPr lang="en-US" sz="1400" b="1" dirty="0"/>
              <a:t>Players</a:t>
            </a:r>
            <a:r>
              <a:rPr lang="en-US" sz="1400" dirty="0"/>
              <a:t> from the menu bar and update all team member contact information.  </a:t>
            </a:r>
          </a:p>
        </p:txBody>
      </p:sp>
    </p:spTree>
    <p:extLst>
      <p:ext uri="{BB962C8B-B14F-4D97-AF65-F5344CB8AC3E}">
        <p14:creationId xmlns:p14="http://schemas.microsoft.com/office/powerpoint/2010/main" val="2041671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EDF97254-03C2-452E-9CE1-44832564B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714" y="2961501"/>
            <a:ext cx="3176387" cy="49333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A3F2AD0A-4C7A-4FA2-966F-373DFEEEA435}"/>
              </a:ext>
            </a:extLst>
          </p:cNvPr>
          <p:cNvSpPr txBox="1"/>
          <p:nvPr/>
        </p:nvSpPr>
        <p:spPr>
          <a:xfrm>
            <a:off x="6119071" y="5339103"/>
            <a:ext cx="1464632" cy="5410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Your </a:t>
            </a:r>
            <a:r>
              <a:rPr lang="en-US" b="1" dirty="0"/>
              <a:t>Scrolling</a:t>
            </a:r>
          </a:p>
          <a:p>
            <a:pPr>
              <a:lnSpc>
                <a:spcPct val="80000"/>
              </a:lnSpc>
            </a:pPr>
            <a:r>
              <a:rPr lang="en-US" b="1" dirty="0"/>
              <a:t>Scorecard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CB796AD-8988-41F8-9332-719CF68D797E}"/>
              </a:ext>
            </a:extLst>
          </p:cNvPr>
          <p:cNvCxnSpPr>
            <a:cxnSpLocks/>
            <a:stCxn id="81" idx="1"/>
          </p:cNvCxnSpPr>
          <p:nvPr/>
        </p:nvCxnSpPr>
        <p:spPr>
          <a:xfrm flipH="1">
            <a:off x="5133621" y="5609626"/>
            <a:ext cx="985450" cy="8807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2C88B359-4583-4B7D-8B58-FC0C7322095A}"/>
              </a:ext>
            </a:extLst>
          </p:cNvPr>
          <p:cNvSpPr txBox="1"/>
          <p:nvPr/>
        </p:nvSpPr>
        <p:spPr>
          <a:xfrm>
            <a:off x="6114852" y="2792687"/>
            <a:ext cx="1861421" cy="762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Use </a:t>
            </a:r>
            <a:r>
              <a:rPr lang="en-US" b="1" dirty="0"/>
              <a:t>Menu</a:t>
            </a:r>
            <a:r>
              <a:rPr lang="en-US" dirty="0"/>
              <a:t> button to bring up the navigation menu. 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B53B1FE-2976-48CA-9435-8A0CD58F141B}"/>
              </a:ext>
            </a:extLst>
          </p:cNvPr>
          <p:cNvCxnSpPr>
            <a:cxnSpLocks/>
            <a:stCxn id="87" idx="1"/>
          </p:cNvCxnSpPr>
          <p:nvPr/>
        </p:nvCxnSpPr>
        <p:spPr>
          <a:xfrm flipH="1">
            <a:off x="5454726" y="3174010"/>
            <a:ext cx="660126" cy="24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A3789329-AE2C-4D16-BF46-7D0B2703A1CE}"/>
              </a:ext>
            </a:extLst>
          </p:cNvPr>
          <p:cNvSpPr txBox="1"/>
          <p:nvPr/>
        </p:nvSpPr>
        <p:spPr>
          <a:xfrm>
            <a:off x="191464" y="6002884"/>
            <a:ext cx="1759169" cy="9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Hit </a:t>
            </a:r>
            <a:r>
              <a:rPr lang="en-US" b="1" dirty="0"/>
              <a:t>Input Score </a:t>
            </a:r>
            <a:r>
              <a:rPr lang="en-US" dirty="0"/>
              <a:t>button to enter score for the current hole.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D3A5D4FF-0950-481B-9E17-F0FD556B6C11}"/>
              </a:ext>
            </a:extLst>
          </p:cNvPr>
          <p:cNvCxnSpPr>
            <a:cxnSpLocks/>
          </p:cNvCxnSpPr>
          <p:nvPr/>
        </p:nvCxnSpPr>
        <p:spPr>
          <a:xfrm>
            <a:off x="1629335" y="6566525"/>
            <a:ext cx="951839" cy="6839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30C586E-FDFE-41C3-A5C4-600B41272310}"/>
              </a:ext>
            </a:extLst>
          </p:cNvPr>
          <p:cNvSpPr txBox="1"/>
          <p:nvPr/>
        </p:nvSpPr>
        <p:spPr>
          <a:xfrm>
            <a:off x="2483637" y="6677748"/>
            <a:ext cx="571499" cy="462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E027C7-F981-4270-9561-F94FEDBDA1F4}"/>
              </a:ext>
            </a:extLst>
          </p:cNvPr>
          <p:cNvSpPr txBox="1"/>
          <p:nvPr/>
        </p:nvSpPr>
        <p:spPr>
          <a:xfrm>
            <a:off x="3299856" y="6693957"/>
            <a:ext cx="501484" cy="462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6A19A0A-EA36-46B2-8A39-803DFDFCD715}"/>
              </a:ext>
            </a:extLst>
          </p:cNvPr>
          <p:cNvSpPr/>
          <p:nvPr/>
        </p:nvSpPr>
        <p:spPr>
          <a:xfrm>
            <a:off x="3880757" y="7372929"/>
            <a:ext cx="323491" cy="32349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/>
              <a:t>1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4A23E7B-9199-4B7D-A498-F95F5289B927}"/>
              </a:ext>
            </a:extLst>
          </p:cNvPr>
          <p:cNvSpPr/>
          <p:nvPr/>
        </p:nvSpPr>
        <p:spPr>
          <a:xfrm>
            <a:off x="5133621" y="7371868"/>
            <a:ext cx="323491" cy="32349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/>
              <a:t>2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F7545898-6494-4391-985A-FD1E39A5F87E}"/>
              </a:ext>
            </a:extLst>
          </p:cNvPr>
          <p:cNvSpPr/>
          <p:nvPr/>
        </p:nvSpPr>
        <p:spPr>
          <a:xfrm>
            <a:off x="4565551" y="6693957"/>
            <a:ext cx="323491" cy="32349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0A981C5-0EF7-4FDE-AD50-2F3A8FBCCD91}"/>
              </a:ext>
            </a:extLst>
          </p:cNvPr>
          <p:cNvSpPr txBox="1"/>
          <p:nvPr/>
        </p:nvSpPr>
        <p:spPr>
          <a:xfrm>
            <a:off x="6130810" y="5933230"/>
            <a:ext cx="1920660" cy="2092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Go to desired hole by (1) using arrow buttons, (2) hitting </a:t>
            </a:r>
            <a:r>
              <a:rPr lang="en-US" b="1" dirty="0"/>
              <a:t>Go to Hole </a:t>
            </a:r>
            <a:r>
              <a:rPr lang="en-US" dirty="0"/>
              <a:t>button or (3) dragging scrolling scorecard left or right and clicking on hole. 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1217BD2-4B1F-4F8B-9644-9EBDD1B6084D}"/>
              </a:ext>
            </a:extLst>
          </p:cNvPr>
          <p:cNvCxnSpPr>
            <a:cxnSpLocks/>
          </p:cNvCxnSpPr>
          <p:nvPr/>
        </p:nvCxnSpPr>
        <p:spPr>
          <a:xfrm flipH="1">
            <a:off x="4964317" y="6725335"/>
            <a:ext cx="1118347" cy="922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050E1DD-2E58-48DC-9544-385050E020B4}"/>
              </a:ext>
            </a:extLst>
          </p:cNvPr>
          <p:cNvCxnSpPr>
            <a:cxnSpLocks/>
          </p:cNvCxnSpPr>
          <p:nvPr/>
        </p:nvCxnSpPr>
        <p:spPr>
          <a:xfrm flipH="1">
            <a:off x="4204248" y="6723817"/>
            <a:ext cx="1921552" cy="6480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F1DD960-F94C-4F12-B997-67F6E16FABCF}"/>
              </a:ext>
            </a:extLst>
          </p:cNvPr>
          <p:cNvCxnSpPr>
            <a:cxnSpLocks/>
          </p:cNvCxnSpPr>
          <p:nvPr/>
        </p:nvCxnSpPr>
        <p:spPr>
          <a:xfrm flipH="1">
            <a:off x="5280624" y="6723817"/>
            <a:ext cx="813779" cy="5266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2D05BB3-7121-4C0A-B45A-DAE89A1FD576}"/>
              </a:ext>
            </a:extLst>
          </p:cNvPr>
          <p:cNvSpPr txBox="1"/>
          <p:nvPr/>
        </p:nvSpPr>
        <p:spPr>
          <a:xfrm>
            <a:off x="6130810" y="3569026"/>
            <a:ext cx="1852667" cy="9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Your </a:t>
            </a:r>
            <a:r>
              <a:rPr lang="en-US" b="1" dirty="0"/>
              <a:t>Team Info</a:t>
            </a:r>
            <a:r>
              <a:rPr lang="en-US" dirty="0"/>
              <a:t>: team number, handicap and player names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7E4D529-B833-4A6F-9817-54DB3C342C6D}"/>
              </a:ext>
            </a:extLst>
          </p:cNvPr>
          <p:cNvCxnSpPr>
            <a:cxnSpLocks/>
            <a:stCxn id="89" idx="1"/>
          </p:cNvCxnSpPr>
          <p:nvPr/>
        </p:nvCxnSpPr>
        <p:spPr>
          <a:xfrm flipH="1">
            <a:off x="4850788" y="4061148"/>
            <a:ext cx="1280022" cy="786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C73813A-67DD-4057-9FCC-A9B1723E8D83}"/>
              </a:ext>
            </a:extLst>
          </p:cNvPr>
          <p:cNvSpPr txBox="1"/>
          <p:nvPr/>
        </p:nvSpPr>
        <p:spPr>
          <a:xfrm>
            <a:off x="189626" y="7042552"/>
            <a:ext cx="1759169" cy="98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Enter closest to the hole and longest drive on specified holes.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7AF2979-9D69-4EEC-97D2-1A26D4F6EC88}"/>
              </a:ext>
            </a:extLst>
          </p:cNvPr>
          <p:cNvCxnSpPr>
            <a:cxnSpLocks/>
          </p:cNvCxnSpPr>
          <p:nvPr/>
        </p:nvCxnSpPr>
        <p:spPr>
          <a:xfrm>
            <a:off x="1672259" y="7527392"/>
            <a:ext cx="1040376" cy="1308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53C53B4-329E-4F81-9358-AF69DFC32F2E}"/>
              </a:ext>
            </a:extLst>
          </p:cNvPr>
          <p:cNvSpPr txBox="1"/>
          <p:nvPr/>
        </p:nvSpPr>
        <p:spPr>
          <a:xfrm>
            <a:off x="6112931" y="4648108"/>
            <a:ext cx="1852667" cy="541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Get </a:t>
            </a:r>
            <a:r>
              <a:rPr lang="en-US" b="1" dirty="0"/>
              <a:t>scorecard help</a:t>
            </a:r>
            <a:r>
              <a:rPr lang="en-US" dirty="0"/>
              <a:t>.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79A2647-9192-4669-BE5C-36D29F1FCEC7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5306061" y="4918631"/>
            <a:ext cx="806870" cy="4575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B03E719-84D9-4F4B-84B5-1CB01B32D68A}"/>
              </a:ext>
            </a:extLst>
          </p:cNvPr>
          <p:cNvCxnSpPr>
            <a:cxnSpLocks/>
            <a:stCxn id="73" idx="1"/>
          </p:cNvCxnSpPr>
          <p:nvPr/>
        </p:nvCxnSpPr>
        <p:spPr>
          <a:xfrm flipH="1">
            <a:off x="5306061" y="4918631"/>
            <a:ext cx="806870" cy="8574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9349C468-05A5-48C2-986F-7FD6D6808ECA}"/>
              </a:ext>
            </a:extLst>
          </p:cNvPr>
          <p:cNvSpPr txBox="1"/>
          <p:nvPr/>
        </p:nvSpPr>
        <p:spPr>
          <a:xfrm>
            <a:off x="188828" y="4437480"/>
            <a:ext cx="1759169" cy="1427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In-flight tournament data (holes played, raw score, adjusted score, etc.)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15A61177-712A-4167-AFEC-C3F0F2C94435}"/>
              </a:ext>
            </a:extLst>
          </p:cNvPr>
          <p:cNvCxnSpPr>
            <a:cxnSpLocks/>
          </p:cNvCxnSpPr>
          <p:nvPr/>
        </p:nvCxnSpPr>
        <p:spPr>
          <a:xfrm>
            <a:off x="1500121" y="5619759"/>
            <a:ext cx="981101" cy="4065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C2D54CF8-B75B-4FC7-93F3-72E48C9AEA80}"/>
              </a:ext>
            </a:extLst>
          </p:cNvPr>
          <p:cNvSpPr txBox="1"/>
          <p:nvPr/>
        </p:nvSpPr>
        <p:spPr>
          <a:xfrm>
            <a:off x="148798" y="2766227"/>
            <a:ext cx="1759169" cy="1649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This is the upper part of the </a:t>
            </a:r>
            <a:r>
              <a:rPr lang="en-US" b="1" dirty="0"/>
              <a:t>Electronic Scorecard</a:t>
            </a:r>
            <a:r>
              <a:rPr lang="en-US" dirty="0"/>
              <a:t>.  Below, find up-to-date leader boards.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EFDEA94-91AB-4D2B-AD0D-2A218A205EFC}"/>
              </a:ext>
            </a:extLst>
          </p:cNvPr>
          <p:cNvCxnSpPr>
            <a:cxnSpLocks/>
          </p:cNvCxnSpPr>
          <p:nvPr/>
        </p:nvCxnSpPr>
        <p:spPr>
          <a:xfrm>
            <a:off x="1318161" y="3314230"/>
            <a:ext cx="9525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A85FEF4-7367-492F-833D-19A0CD17C4EB}"/>
              </a:ext>
            </a:extLst>
          </p:cNvPr>
          <p:cNvCxnSpPr>
            <a:cxnSpLocks/>
            <a:stCxn id="89" idx="1"/>
          </p:cNvCxnSpPr>
          <p:nvPr/>
        </p:nvCxnSpPr>
        <p:spPr>
          <a:xfrm flipH="1">
            <a:off x="2857168" y="4061148"/>
            <a:ext cx="3273642" cy="7957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E84868E-FAA2-47E5-973E-42D44E25723F}"/>
              </a:ext>
            </a:extLst>
          </p:cNvPr>
          <p:cNvCxnSpPr>
            <a:cxnSpLocks/>
            <a:stCxn id="89" idx="1"/>
          </p:cNvCxnSpPr>
          <p:nvPr/>
        </p:nvCxnSpPr>
        <p:spPr>
          <a:xfrm flipH="1">
            <a:off x="3497180" y="4061148"/>
            <a:ext cx="2633630" cy="7693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058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Qr code&#10;&#10;Description automatically generated">
            <a:extLst>
              <a:ext uri="{FF2B5EF4-FFF2-40B4-BE49-F238E27FC236}">
                <a16:creationId xmlns:a16="http://schemas.microsoft.com/office/drawing/2014/main" id="{C697A29F-4E17-46F2-AA69-027761766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0"/>
            <a:ext cx="86868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6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716</Words>
  <Application>Microsoft Office PowerPoint</Application>
  <PresentationFormat>Custom</PresentationFormat>
  <Paragraphs>65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Rodney Kadura</dc:creator>
  <cp:lastModifiedBy>Rodney Kadura</cp:lastModifiedBy>
  <cp:revision>23</cp:revision>
  <dcterms:created xsi:type="dcterms:W3CDTF">2018-08-25T03:01:37Z</dcterms:created>
  <dcterms:modified xsi:type="dcterms:W3CDTF">2021-08-27T15:37:21Z</dcterms:modified>
</cp:coreProperties>
</file>