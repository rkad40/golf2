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954838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9" autoAdjust="0"/>
    <p:restoredTop sz="94660"/>
  </p:normalViewPr>
  <p:slideViewPr>
    <p:cSldViewPr snapToGrid="0">
      <p:cViewPr varScale="1">
        <p:scale>
          <a:sx n="83" d="100"/>
          <a:sy n="83" d="100"/>
        </p:scale>
        <p:origin x="52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EA121-3341-80EE-85BC-30194592A8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0690F-B2BE-4B60-CC49-ACB9D0F913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3B63F-45BC-8CAA-6AA9-AA90E25D6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6E757-0570-7B8C-FB01-A1A4BA593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0549E-933F-9BF6-E6C1-41A7460D7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66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F101C-7087-A229-B17D-CFBA3333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5DBB1-60AF-9D02-7363-9EB73A93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E9D7B-7C32-2442-0B0F-815C283F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25AABE-58E8-B9CD-CD43-E29D2D392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611B9-F5B0-4197-B427-527ABEF88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559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42E3B-149D-C7C8-02EA-CA60C2FD8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DF9734-6B27-8086-A8F6-364F571E2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BF75B-CCED-CEA7-7615-ADD5705FF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77594-016B-C93F-A212-B813D3EE0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A2917-6022-56B4-3193-951D62793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030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16DF-C89D-D716-6E37-FEC1E4C85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D67BB-3538-6E23-283F-32902FA34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2CFAEC-9212-199A-3607-5F34C8171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117F-2CB7-B355-E018-ED8669581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DE5F2-1520-5E74-C9A1-8A858470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F63450-61F0-456D-56F5-C942302C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210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1C18-60ED-0676-3E3E-56C4F3930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781F1F-8C84-1871-A09F-F87BB16C4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502BF-C01A-5E7B-F817-28A555165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5EE701-7162-85BB-52B9-C7D8FE993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568C31-D373-4F83-988F-DC7E39C0F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CC3DDD-176C-54E6-C16F-31962D541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537517-8ACA-F7B1-6263-BAE68CBA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EF6382-18A5-7028-0479-CF6481B5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8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1C80F-2A6F-012B-A45D-DFCD1DA42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25211-18DC-CBC3-64B9-C80DFE9C2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ED5F1-32F9-65BF-542A-0065CD683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FA45AE-11A6-3FF3-E86D-DC6F4B868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987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A183A5-D5B5-E7C2-43BB-3B8959AEF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0E5EE1-ABCF-1C8D-5ADA-849E3E8E9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94C95-5A8A-6762-05EA-1561BE836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5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D5CAA-C4E2-44D5-175A-B10505939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4853F-22BD-C032-B66F-D317A46309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33DDF1-DEBF-56B3-4DB8-4C0E365D8C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BD2BF9-4723-1962-5787-F2BFC7724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63916-0D0C-7D45-67EE-41D06AA87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985B1A-649E-7AE5-B0E2-B68C122D6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340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9DE8A-137B-7E49-E51C-16E9CFBB2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855832-52A2-4BA7-D6B7-C6A027810D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207B3-84C1-4B0C-5FAD-5CF09912E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B3C37F-B19A-F0BC-E133-3702532A2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0AC8C-78E7-DDD0-D90E-F70F96021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CA9FF6-CD0F-4CFC-6D18-0E1BD103F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9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33D42-43EA-DB80-5433-7B93E7F5C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AA772-5146-AE56-6DB6-EECF82B17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F8545-66D1-5E2D-7459-2628761D7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0C210-01CA-2B6C-D7B2-90CFB5DE0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84AF1-4D0C-36F9-7DDE-E0D335393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56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C6C33E-6650-A8FE-5CD0-D6F33B16C0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0C0D03-EB3E-27DB-150D-9EEE4783C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8A086-6D16-B606-A8A8-E400545E0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95A4-5BDE-5776-DA80-E00387B3E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F9D9F-4003-B484-4676-656364925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E3746A-CB72-705D-BCD3-2CB08B29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B3841-D3A0-F251-2A6A-B68920FBF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D2268-0F0D-EB9F-0183-929BA5D732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04A91C-495A-413E-9FFC-C3EB9A8C7B65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437F1-B0C9-AF5E-7E48-9AD120A36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EAFB87-ADC2-A01B-DFB6-24F4D6C33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E2514-7385-4985-8126-F50748B23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52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3DC3E13-BD37-3C94-A000-6C3E2AA38C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209EF0F-88C0-90A8-F15A-F4DB7F1693F0}"/>
              </a:ext>
            </a:extLst>
          </p:cNvPr>
          <p:cNvGrpSpPr/>
          <p:nvPr/>
        </p:nvGrpSpPr>
        <p:grpSpPr>
          <a:xfrm>
            <a:off x="158435" y="89120"/>
            <a:ext cx="11875129" cy="6679760"/>
            <a:chOff x="-1" y="0"/>
            <a:chExt cx="12192001" cy="6858000"/>
          </a:xfrm>
          <a:solidFill>
            <a:schemeClr val="bg1"/>
          </a:solidFill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2616B859-C929-3548-DE27-DE1987031520}"/>
                </a:ext>
              </a:extLst>
            </p:cNvPr>
            <p:cNvGrpSpPr/>
            <p:nvPr/>
          </p:nvGrpSpPr>
          <p:grpSpPr>
            <a:xfrm>
              <a:off x="-1" y="0"/>
              <a:ext cx="4916031" cy="6858000"/>
              <a:chOff x="0" y="0"/>
              <a:chExt cx="4179684" cy="6858000"/>
            </a:xfrm>
            <a:grpFill/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82927FC-DE3D-52F4-2BC1-826020011B1E}"/>
                  </a:ext>
                </a:extLst>
              </p:cNvPr>
              <p:cNvSpPr/>
              <p:nvPr/>
            </p:nvSpPr>
            <p:spPr>
              <a:xfrm>
                <a:off x="0" y="0"/>
                <a:ext cx="4179684" cy="9144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6B0AB1E-A31A-A33D-8046-E41B86873AAA}"/>
                  </a:ext>
                </a:extLst>
              </p:cNvPr>
              <p:cNvSpPr/>
              <p:nvPr/>
            </p:nvSpPr>
            <p:spPr>
              <a:xfrm>
                <a:off x="0" y="914400"/>
                <a:ext cx="4179684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0F41700-2CD0-2438-DEE1-EDEBC82542D1}"/>
                  </a:ext>
                </a:extLst>
              </p:cNvPr>
              <p:cNvSpPr/>
              <p:nvPr/>
            </p:nvSpPr>
            <p:spPr>
              <a:xfrm>
                <a:off x="0" y="2895600"/>
                <a:ext cx="4179684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A3C3074-BE05-FFEC-D6A6-08C4CF8204ED}"/>
                  </a:ext>
                </a:extLst>
              </p:cNvPr>
              <p:cNvSpPr/>
              <p:nvPr/>
            </p:nvSpPr>
            <p:spPr>
              <a:xfrm>
                <a:off x="0" y="4876800"/>
                <a:ext cx="4179684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A3B60F-992D-0B11-D30A-B6CBC2302292}"/>
                  </a:ext>
                </a:extLst>
              </p:cNvPr>
              <p:cNvSpPr txBox="1"/>
              <p:nvPr/>
            </p:nvSpPr>
            <p:spPr>
              <a:xfrm>
                <a:off x="107184" y="103257"/>
                <a:ext cx="1321772" cy="707886"/>
              </a:xfrm>
              <a:prstGeom prst="rect">
                <a:avLst/>
              </a:prstGeom>
              <a:grpFill/>
            </p:spPr>
            <p:txBody>
              <a:bodyPr wrap="none" rtlCol="0">
                <a:spAutoFit/>
              </a:bodyPr>
              <a:lstStyle/>
              <a:p>
                <a:r>
                  <a:rPr lang="en-US" sz="4000" b="1" dirty="0"/>
                  <a:t>Team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9C80153-3E43-F995-84B2-B4610F3FE435}"/>
                </a:ext>
              </a:extLst>
            </p:cNvPr>
            <p:cNvGrpSpPr/>
            <p:nvPr/>
          </p:nvGrpSpPr>
          <p:grpSpPr>
            <a:xfrm>
              <a:off x="4916032" y="0"/>
              <a:ext cx="7275968" cy="6858000"/>
              <a:chOff x="4179684" y="0"/>
              <a:chExt cx="8012316" cy="6858000"/>
            </a:xfrm>
            <a:grpFill/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EA57095-D473-C627-64D4-5970AD24AE63}"/>
                  </a:ext>
                </a:extLst>
              </p:cNvPr>
              <p:cNvSpPr/>
              <p:nvPr/>
            </p:nvSpPr>
            <p:spPr>
              <a:xfrm>
                <a:off x="4179684" y="0"/>
                <a:ext cx="2670772" cy="9144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8AA9AE3-806B-92E7-B41C-E1F2D08BD1B1}"/>
                  </a:ext>
                </a:extLst>
              </p:cNvPr>
              <p:cNvSpPr/>
              <p:nvPr/>
            </p:nvSpPr>
            <p:spPr>
              <a:xfrm>
                <a:off x="6850456" y="0"/>
                <a:ext cx="2670772" cy="9144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7C6BD59-14F2-F177-1D48-7BFF9F12C5CB}"/>
                  </a:ext>
                </a:extLst>
              </p:cNvPr>
              <p:cNvSpPr/>
              <p:nvPr/>
            </p:nvSpPr>
            <p:spPr>
              <a:xfrm>
                <a:off x="9521228" y="0"/>
                <a:ext cx="2670772" cy="9144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1D438E9-B66C-A2C7-37CE-AE6C641445E9}"/>
                  </a:ext>
                </a:extLst>
              </p:cNvPr>
              <p:cNvSpPr/>
              <p:nvPr/>
            </p:nvSpPr>
            <p:spPr>
              <a:xfrm>
                <a:off x="4179684" y="9144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AABB806-885B-3FE4-4ED0-6F173D018BF4}"/>
                  </a:ext>
                </a:extLst>
              </p:cNvPr>
              <p:cNvSpPr/>
              <p:nvPr/>
            </p:nvSpPr>
            <p:spPr>
              <a:xfrm>
                <a:off x="6850456" y="9144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7DCC8DE-DF44-CE8B-146A-60901FE7EE65}"/>
                  </a:ext>
                </a:extLst>
              </p:cNvPr>
              <p:cNvSpPr/>
              <p:nvPr/>
            </p:nvSpPr>
            <p:spPr>
              <a:xfrm>
                <a:off x="9521228" y="9144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738E314-FDB5-5644-1901-2D3972A101A5}"/>
                  </a:ext>
                </a:extLst>
              </p:cNvPr>
              <p:cNvSpPr/>
              <p:nvPr/>
            </p:nvSpPr>
            <p:spPr>
              <a:xfrm>
                <a:off x="4179684" y="28956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3B6E84E-38EF-0D93-DA1C-7E700EDE487F}"/>
                  </a:ext>
                </a:extLst>
              </p:cNvPr>
              <p:cNvSpPr/>
              <p:nvPr/>
            </p:nvSpPr>
            <p:spPr>
              <a:xfrm>
                <a:off x="6850456" y="28956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B3629A3-CA97-916C-13EC-CD394EAB5C06}"/>
                  </a:ext>
                </a:extLst>
              </p:cNvPr>
              <p:cNvSpPr/>
              <p:nvPr/>
            </p:nvSpPr>
            <p:spPr>
              <a:xfrm>
                <a:off x="9521228" y="28956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084A281-0DEC-D3B8-5E75-6751AC418CAB}"/>
                  </a:ext>
                </a:extLst>
              </p:cNvPr>
              <p:cNvSpPr/>
              <p:nvPr/>
            </p:nvSpPr>
            <p:spPr>
              <a:xfrm>
                <a:off x="4179684" y="48768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94D1ECF-DD73-D2EB-1A21-53BE8986EC81}"/>
                  </a:ext>
                </a:extLst>
              </p:cNvPr>
              <p:cNvSpPr/>
              <p:nvPr/>
            </p:nvSpPr>
            <p:spPr>
              <a:xfrm>
                <a:off x="6850456" y="48768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3513B44-A091-32D4-31C1-D72383A637BE}"/>
                  </a:ext>
                </a:extLst>
              </p:cNvPr>
              <p:cNvSpPr/>
              <p:nvPr/>
            </p:nvSpPr>
            <p:spPr>
              <a:xfrm>
                <a:off x="9521228" y="4876800"/>
                <a:ext cx="2670772" cy="1981200"/>
              </a:xfrm>
              <a:prstGeom prst="rect">
                <a:avLst/>
              </a:prstGeom>
              <a:grp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6882E89-73A7-6C8F-52A0-8BCBC411083D}"/>
                  </a:ext>
                </a:extLst>
              </p:cNvPr>
              <p:cNvSpPr txBox="1"/>
              <p:nvPr/>
            </p:nvSpPr>
            <p:spPr>
              <a:xfrm>
                <a:off x="4318507" y="103257"/>
                <a:ext cx="2352824" cy="72677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/>
                  <a:t>Raw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1658222-1427-89D6-8D54-8FCF9B96C2AC}"/>
                  </a:ext>
                </a:extLst>
              </p:cNvPr>
              <p:cNvSpPr txBox="1"/>
              <p:nvPr/>
            </p:nvSpPr>
            <p:spPr>
              <a:xfrm>
                <a:off x="6989279" y="103257"/>
                <a:ext cx="2352824" cy="72677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/>
                  <a:t>Hndcp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5B94647-623C-1D08-A025-D39E7138D212}"/>
                  </a:ext>
                </a:extLst>
              </p:cNvPr>
              <p:cNvSpPr txBox="1"/>
              <p:nvPr/>
            </p:nvSpPr>
            <p:spPr>
              <a:xfrm>
                <a:off x="9660049" y="103257"/>
                <a:ext cx="2393126" cy="726775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/>
                  <a:t>Adjusted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65403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A1253E-8786-04D7-1D68-0B6DAB42C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50" y="33337"/>
            <a:ext cx="10549772" cy="6791325"/>
          </a:xfrm>
          <a:prstGeom prst="rect">
            <a:avLst/>
          </a:prstGeom>
        </p:spPr>
      </p:pic>
      <p:pic>
        <p:nvPicPr>
          <p:cNvPr id="2050" name="Picture 2" descr="9+ Thousand Golf Ball Drawing Royalty ...">
            <a:extLst>
              <a:ext uri="{FF2B5EF4-FFF2-40B4-BE49-F238E27FC236}">
                <a16:creationId xmlns:a16="http://schemas.microsoft.com/office/drawing/2014/main" id="{74799B9D-930E-6D3E-2541-A8DA7D2C39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4" t="11221" r="11002" b="16675"/>
          <a:stretch>
            <a:fillRect/>
          </a:stretch>
        </p:blipFill>
        <p:spPr bwMode="auto">
          <a:xfrm>
            <a:off x="6096000" y="3684496"/>
            <a:ext cx="748553" cy="75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28BB091-FD15-FAF3-576D-585AAA561545}"/>
              </a:ext>
            </a:extLst>
          </p:cNvPr>
          <p:cNvSpPr/>
          <p:nvPr/>
        </p:nvSpPr>
        <p:spPr>
          <a:xfrm>
            <a:off x="6105338" y="3684496"/>
            <a:ext cx="729876" cy="729876"/>
          </a:xfrm>
          <a:prstGeom prst="ellipse">
            <a:avLst/>
          </a:prstGeom>
          <a:noFill/>
          <a:ln w="5715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4A0E27-9336-A050-604E-F6C9B932EB0C}"/>
              </a:ext>
            </a:extLst>
          </p:cNvPr>
          <p:cNvSpPr/>
          <p:nvPr/>
        </p:nvSpPr>
        <p:spPr>
          <a:xfrm>
            <a:off x="6096000" y="3684496"/>
            <a:ext cx="729876" cy="729876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28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Complete Golf Club Sets &amp; Junior Golf Clubs | Callaway Golf">
            <a:extLst>
              <a:ext uri="{FF2B5EF4-FFF2-40B4-BE49-F238E27FC236}">
                <a16:creationId xmlns:a16="http://schemas.microsoft.com/office/drawing/2014/main" id="{1D34DA1C-96E3-D539-41EE-57A436D7FD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903568" y="-117103"/>
            <a:ext cx="5088031" cy="6226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AD10310-CB2F-E8CB-9CD0-BF94BDD70E39}"/>
              </a:ext>
            </a:extLst>
          </p:cNvPr>
          <p:cNvSpPr/>
          <p:nvPr/>
        </p:nvSpPr>
        <p:spPr>
          <a:xfrm>
            <a:off x="2743200" y="1990165"/>
            <a:ext cx="820271" cy="20977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60B39D6-DE68-9553-EAD3-79FFA0AFDC07}"/>
              </a:ext>
            </a:extLst>
          </p:cNvPr>
          <p:cNvSpPr/>
          <p:nvPr/>
        </p:nvSpPr>
        <p:spPr>
          <a:xfrm>
            <a:off x="3334309" y="2117486"/>
            <a:ext cx="648183" cy="648863"/>
          </a:xfrm>
          <a:custGeom>
            <a:avLst/>
            <a:gdLst>
              <a:gd name="connsiteX0" fmla="*/ 34724 w 648183"/>
              <a:gd name="connsiteY0" fmla="*/ 439838 h 439838"/>
              <a:gd name="connsiteX1" fmla="*/ 648183 w 648183"/>
              <a:gd name="connsiteY1" fmla="*/ 0 h 439838"/>
              <a:gd name="connsiteX2" fmla="*/ 0 w 648183"/>
              <a:gd name="connsiteY2" fmla="*/ 46299 h 439838"/>
              <a:gd name="connsiteX3" fmla="*/ 34724 w 648183"/>
              <a:gd name="connsiteY3" fmla="*/ 439838 h 439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183" h="439838">
                <a:moveTo>
                  <a:pt x="34724" y="439838"/>
                </a:moveTo>
                <a:lnTo>
                  <a:pt x="648183" y="0"/>
                </a:lnTo>
                <a:lnTo>
                  <a:pt x="0" y="46299"/>
                </a:lnTo>
                <a:lnTo>
                  <a:pt x="34724" y="43983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3439A05-6ACA-D382-F8A5-BEE0968A90B9}"/>
              </a:ext>
            </a:extLst>
          </p:cNvPr>
          <p:cNvSpPr/>
          <p:nvPr/>
        </p:nvSpPr>
        <p:spPr>
          <a:xfrm flipV="1">
            <a:off x="3334309" y="3102696"/>
            <a:ext cx="648183" cy="648863"/>
          </a:xfrm>
          <a:custGeom>
            <a:avLst/>
            <a:gdLst>
              <a:gd name="connsiteX0" fmla="*/ 34724 w 648183"/>
              <a:gd name="connsiteY0" fmla="*/ 439838 h 439838"/>
              <a:gd name="connsiteX1" fmla="*/ 648183 w 648183"/>
              <a:gd name="connsiteY1" fmla="*/ 0 h 439838"/>
              <a:gd name="connsiteX2" fmla="*/ 0 w 648183"/>
              <a:gd name="connsiteY2" fmla="*/ 46299 h 439838"/>
              <a:gd name="connsiteX3" fmla="*/ 34724 w 648183"/>
              <a:gd name="connsiteY3" fmla="*/ 439838 h 439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8183" h="439838">
                <a:moveTo>
                  <a:pt x="34724" y="439838"/>
                </a:moveTo>
                <a:lnTo>
                  <a:pt x="648183" y="0"/>
                </a:lnTo>
                <a:lnTo>
                  <a:pt x="0" y="46299"/>
                </a:lnTo>
                <a:lnTo>
                  <a:pt x="34724" y="43983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AF495F-626B-DB66-403C-4B67F95A0792}"/>
              </a:ext>
            </a:extLst>
          </p:cNvPr>
          <p:cNvSpPr txBox="1"/>
          <p:nvPr/>
        </p:nvSpPr>
        <p:spPr>
          <a:xfrm>
            <a:off x="3641246" y="4099481"/>
            <a:ext cx="57310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b="1" dirty="0">
                <a:latin typeface="Aharoni" panose="02010803020104030203" pitchFamily="2" charset="-79"/>
                <a:cs typeface="Aharoni" panose="02010803020104030203" pitchFamily="2" charset="-79"/>
              </a:rPr>
              <a:t>COME AND TAKE IT</a:t>
            </a:r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71AAB63E-F65A-9436-76F2-7F0B98CCE9FD}"/>
              </a:ext>
            </a:extLst>
          </p:cNvPr>
          <p:cNvSpPr/>
          <p:nvPr/>
        </p:nvSpPr>
        <p:spPr>
          <a:xfrm>
            <a:off x="5793613" y="682226"/>
            <a:ext cx="1307939" cy="1307939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34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1B72A4-377E-C823-A7E1-41AF504AA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8251116"/>
              </p:ext>
            </p:extLst>
          </p:nvPr>
        </p:nvGraphicFramePr>
        <p:xfrm>
          <a:off x="224827" y="162963"/>
          <a:ext cx="11742346" cy="6381515"/>
        </p:xfrm>
        <a:graphic>
          <a:graphicData uri="http://schemas.openxmlformats.org/drawingml/2006/table">
            <a:tbl>
              <a:tblPr/>
              <a:tblGrid>
                <a:gridCol w="989165">
                  <a:extLst>
                    <a:ext uri="{9D8B030D-6E8A-4147-A177-3AD203B41FA5}">
                      <a16:colId xmlns:a16="http://schemas.microsoft.com/office/drawing/2014/main" val="2331827081"/>
                    </a:ext>
                  </a:extLst>
                </a:gridCol>
                <a:gridCol w="989165">
                  <a:extLst>
                    <a:ext uri="{9D8B030D-6E8A-4147-A177-3AD203B41FA5}">
                      <a16:colId xmlns:a16="http://schemas.microsoft.com/office/drawing/2014/main" val="2619598408"/>
                    </a:ext>
                  </a:extLst>
                </a:gridCol>
                <a:gridCol w="3254672">
                  <a:extLst>
                    <a:ext uri="{9D8B030D-6E8A-4147-A177-3AD203B41FA5}">
                      <a16:colId xmlns:a16="http://schemas.microsoft.com/office/drawing/2014/main" val="4285458219"/>
                    </a:ext>
                  </a:extLst>
                </a:gridCol>
                <a:gridCol w="3254672">
                  <a:extLst>
                    <a:ext uri="{9D8B030D-6E8A-4147-A177-3AD203B41FA5}">
                      <a16:colId xmlns:a16="http://schemas.microsoft.com/office/drawing/2014/main" val="3031392618"/>
                    </a:ext>
                  </a:extLst>
                </a:gridCol>
                <a:gridCol w="3254672">
                  <a:extLst>
                    <a:ext uri="{9D8B030D-6E8A-4147-A177-3AD203B41FA5}">
                      <a16:colId xmlns:a16="http://schemas.microsoft.com/office/drawing/2014/main" val="86291996"/>
                    </a:ext>
                  </a:extLst>
                </a:gridCol>
              </a:tblGrid>
              <a:tr h="629435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Team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Hole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Player 1</a:t>
                      </a:r>
                      <a:b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Player 2</a:t>
                      </a:r>
                      <a:b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Player 3</a:t>
                      </a:r>
                      <a:b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23267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Jon Bartsch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Chris Fohn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Gary Klaus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9739275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01B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Patrick Murphy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Braden Murphy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Bryson Murphy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472539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12A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Greg Friske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Nicholas Friske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Bill Kadura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7625701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Bradley Nutt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Kaycee Nutt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Carter Nutt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3652149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Stephen Klaus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Adam Goertz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Kevin Wolf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4323249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Steve Meuth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Chris Meuth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Marcus Meuth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7980347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14A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Gregg Muehr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Andrew Vinklarek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Jordan Muehr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217190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Damian Muehr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Ty Muehr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Wyatt Smith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5534259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15A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Bobby Goertz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Cliff Goertz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Steve Darilek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498807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John Allen Goertz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Amy Menely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Carson Kovar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4522559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Elmer Goertz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Darren Goertz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Christopher Goertz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088071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Richie Fiebrich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Steve Fiebrich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Kevin Klaus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036386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Colton Tucker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Samuel Tucker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Ronnie Tucker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4594686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Gary Tucker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Scott Tucker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Jeremy Tucker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5515529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John Kadura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Kris Klaus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Brian Klaus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6323352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17D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Scott Rascke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Justin Fohn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Clint Osborne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6755466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Kenny Hoffman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Joe Hoffman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Toby Hoffman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8405815"/>
                  </a:ext>
                </a:extLst>
              </a:tr>
              <a:tr h="3195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18B</a:t>
                      </a:r>
                    </a:p>
                  </a:txBody>
                  <a:tcPr marL="9525" marR="9525" marT="9525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John Altum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Shawn Altum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Rodney Kadura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88560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74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167</Words>
  <Application>Microsoft Office PowerPoint</Application>
  <PresentationFormat>Widescreen</PresentationFormat>
  <Paragraphs>100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Rodney Kadura</dc:creator>
  <cp:lastModifiedBy>Rodney Kadura</cp:lastModifiedBy>
  <cp:revision>4</cp:revision>
  <cp:lastPrinted>2025-06-26T03:55:48Z</cp:lastPrinted>
  <dcterms:created xsi:type="dcterms:W3CDTF">2022-06-18T01:54:29Z</dcterms:created>
  <dcterms:modified xsi:type="dcterms:W3CDTF">2025-06-26T05:02:38Z</dcterms:modified>
</cp:coreProperties>
</file>