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A121-3341-80EE-85BC-30194592A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0690F-B2BE-4B60-CC49-ACB9D0F91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3B63F-45BC-8CAA-6AA9-AA90E25D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6E757-0570-7B8C-FB01-A1A4BA59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549E-933F-9BF6-E6C1-41A7460D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101C-7087-A229-B17D-CFBA3333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5DBB1-60AF-9D02-7363-9EB73A93C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E9D7B-7C32-2442-0B0F-815C283F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5AABE-58E8-B9CD-CD43-E29D2D39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611B9-F5B0-4197-B427-527ABEF8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5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42E3B-149D-C7C8-02EA-CA60C2FD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F9734-6B27-8086-A8F6-364F571E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BF75B-CCED-CEA7-7615-ADD5705F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7594-016B-C93F-A212-B813D3EE0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A2917-6022-56B4-3193-951D6279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16DF-C89D-D716-6E37-FEC1E4C8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67BB-3538-6E23-283F-32902FA34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CFAEC-9212-199A-3607-5F34C8171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B117F-2CB7-B355-E018-ED866958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DE5F2-1520-5E74-C9A1-8A858470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63450-61F0-456D-56F5-C942302C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1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1C18-60ED-0676-3E3E-56C4F3930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81F1F-8C84-1871-A09F-F87BB16C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502BF-C01A-5E7B-F817-28A555165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EE701-7162-85BB-52B9-C7D8FE993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68C31-D373-4F83-988F-DC7E39C0F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C3DDD-176C-54E6-C16F-31962D541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537517-8ACA-F7B1-6263-BAE68CBA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F6382-18A5-7028-0479-CF6481B5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8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C80F-2A6F-012B-A45D-DFCD1DA4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25211-18DC-CBC3-64B9-C80DFE9C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ED5F1-32F9-65BF-542A-0065CD68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A45AE-11A6-3FF3-E86D-DC6F4B86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8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183A5-D5B5-E7C2-43BB-3B8959AE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E5EE1-ABCF-1C8D-5ADA-849E3E8E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94C95-5A8A-6762-05EA-1561BE83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D5CAA-C4E2-44D5-175A-B1050593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4853F-22BD-C032-B66F-D317A463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3DDF1-DEBF-56B3-4DB8-4C0E365D8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D2BF9-4723-1962-5787-F2BFC772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63916-0D0C-7D45-67EE-41D06AA8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85B1A-649E-7AE5-B0E2-B68C122D6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4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9DE8A-137B-7E49-E51C-16E9CFBB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55832-52A2-4BA7-D6B7-C6A027810D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207B3-84C1-4B0C-5FAD-5CF09912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3C37F-B19A-F0BC-E133-3702532A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0AC8C-78E7-DDD0-D90E-F70F96021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A9FF6-CD0F-4CFC-6D18-0E1BD103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3D42-43EA-DB80-5433-7B93E7F5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AA772-5146-AE56-6DB6-EECF82B1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F8545-66D1-5E2D-7459-2628761D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0C210-01CA-2B6C-D7B2-90CFB5DE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84AF1-4D0C-36F9-7DDE-E0D33539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6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C6C33E-6650-A8FE-5CD0-D6F33B16C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C0D03-EB3E-27DB-150D-9EEE4783C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A086-6D16-B606-A8A8-E400545E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95A4-5BDE-5776-DA80-E00387B3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F9D9F-4003-B484-4676-65636492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3746A-CB72-705D-BCD3-2CB08B29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B3841-D3A0-F251-2A6A-B68920FB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D2268-0F0D-EB9F-0183-929BA5D73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4A91C-495A-413E-9FFC-C3EB9A8C7B65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37F1-B0C9-AF5E-7E48-9AD120A36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AFB87-ADC2-A01B-DFB6-24F4D6C33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E2514-7385-4985-8126-F50748B23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5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3DC3E13-BD37-3C94-A000-6C3E2AA38C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209EF0F-88C0-90A8-F15A-F4DB7F1693F0}"/>
              </a:ext>
            </a:extLst>
          </p:cNvPr>
          <p:cNvGrpSpPr/>
          <p:nvPr/>
        </p:nvGrpSpPr>
        <p:grpSpPr>
          <a:xfrm>
            <a:off x="158435" y="89120"/>
            <a:ext cx="11875129" cy="6679760"/>
            <a:chOff x="-1" y="0"/>
            <a:chExt cx="12192001" cy="6858000"/>
          </a:xfrm>
          <a:solidFill>
            <a:schemeClr val="bg1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616B859-C929-3548-DE27-DE1987031520}"/>
                </a:ext>
              </a:extLst>
            </p:cNvPr>
            <p:cNvGrpSpPr/>
            <p:nvPr/>
          </p:nvGrpSpPr>
          <p:grpSpPr>
            <a:xfrm>
              <a:off x="-1" y="0"/>
              <a:ext cx="4916031" cy="6858000"/>
              <a:chOff x="0" y="0"/>
              <a:chExt cx="4179684" cy="6858000"/>
            </a:xfrm>
            <a:grpFill/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2927FC-DE3D-52F4-2BC1-826020011B1E}"/>
                  </a:ext>
                </a:extLst>
              </p:cNvPr>
              <p:cNvSpPr/>
              <p:nvPr/>
            </p:nvSpPr>
            <p:spPr>
              <a:xfrm>
                <a:off x="0" y="0"/>
                <a:ext cx="4179684" cy="9144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6B0AB1E-A31A-A33D-8046-E41B86873AAA}"/>
                  </a:ext>
                </a:extLst>
              </p:cNvPr>
              <p:cNvSpPr/>
              <p:nvPr/>
            </p:nvSpPr>
            <p:spPr>
              <a:xfrm>
                <a:off x="0" y="914400"/>
                <a:ext cx="4179684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0F41700-2CD0-2438-DEE1-EDEBC82542D1}"/>
                  </a:ext>
                </a:extLst>
              </p:cNvPr>
              <p:cNvSpPr/>
              <p:nvPr/>
            </p:nvSpPr>
            <p:spPr>
              <a:xfrm>
                <a:off x="0" y="2895600"/>
                <a:ext cx="4179684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A3C3074-BE05-FFEC-D6A6-08C4CF8204ED}"/>
                  </a:ext>
                </a:extLst>
              </p:cNvPr>
              <p:cNvSpPr/>
              <p:nvPr/>
            </p:nvSpPr>
            <p:spPr>
              <a:xfrm>
                <a:off x="0" y="4876800"/>
                <a:ext cx="4179684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A3B60F-992D-0B11-D30A-B6CBC2302292}"/>
                  </a:ext>
                </a:extLst>
              </p:cNvPr>
              <p:cNvSpPr txBox="1"/>
              <p:nvPr/>
            </p:nvSpPr>
            <p:spPr>
              <a:xfrm>
                <a:off x="107184" y="103257"/>
                <a:ext cx="1321772" cy="707886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/>
                  <a:t>Team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9C80153-3E43-F995-84B2-B4610F3FE435}"/>
                </a:ext>
              </a:extLst>
            </p:cNvPr>
            <p:cNvGrpSpPr/>
            <p:nvPr/>
          </p:nvGrpSpPr>
          <p:grpSpPr>
            <a:xfrm>
              <a:off x="4916032" y="0"/>
              <a:ext cx="7275968" cy="6858000"/>
              <a:chOff x="4179684" y="0"/>
              <a:chExt cx="8012316" cy="6858000"/>
            </a:xfrm>
            <a:grpFill/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A57095-D473-C627-64D4-5970AD24AE63}"/>
                  </a:ext>
                </a:extLst>
              </p:cNvPr>
              <p:cNvSpPr/>
              <p:nvPr/>
            </p:nvSpPr>
            <p:spPr>
              <a:xfrm>
                <a:off x="4179684" y="0"/>
                <a:ext cx="2670772" cy="9144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AA9AE3-806B-92E7-B41C-E1F2D08BD1B1}"/>
                  </a:ext>
                </a:extLst>
              </p:cNvPr>
              <p:cNvSpPr/>
              <p:nvPr/>
            </p:nvSpPr>
            <p:spPr>
              <a:xfrm>
                <a:off x="6850456" y="0"/>
                <a:ext cx="2670772" cy="9144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7C6BD59-14F2-F177-1D48-7BFF9F12C5CB}"/>
                  </a:ext>
                </a:extLst>
              </p:cNvPr>
              <p:cNvSpPr/>
              <p:nvPr/>
            </p:nvSpPr>
            <p:spPr>
              <a:xfrm>
                <a:off x="9521228" y="0"/>
                <a:ext cx="2670772" cy="9144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D438E9-B66C-A2C7-37CE-AE6C641445E9}"/>
                  </a:ext>
                </a:extLst>
              </p:cNvPr>
              <p:cNvSpPr/>
              <p:nvPr/>
            </p:nvSpPr>
            <p:spPr>
              <a:xfrm>
                <a:off x="4179684" y="9144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AABB806-885B-3FE4-4ED0-6F173D018BF4}"/>
                  </a:ext>
                </a:extLst>
              </p:cNvPr>
              <p:cNvSpPr/>
              <p:nvPr/>
            </p:nvSpPr>
            <p:spPr>
              <a:xfrm>
                <a:off x="6850456" y="9144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7DCC8DE-DF44-CE8B-146A-60901FE7EE65}"/>
                  </a:ext>
                </a:extLst>
              </p:cNvPr>
              <p:cNvSpPr/>
              <p:nvPr/>
            </p:nvSpPr>
            <p:spPr>
              <a:xfrm>
                <a:off x="9521228" y="9144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738E314-FDB5-5644-1901-2D3972A101A5}"/>
                  </a:ext>
                </a:extLst>
              </p:cNvPr>
              <p:cNvSpPr/>
              <p:nvPr/>
            </p:nvSpPr>
            <p:spPr>
              <a:xfrm>
                <a:off x="4179684" y="28956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3B6E84E-38EF-0D93-DA1C-7E700EDE487F}"/>
                  </a:ext>
                </a:extLst>
              </p:cNvPr>
              <p:cNvSpPr/>
              <p:nvPr/>
            </p:nvSpPr>
            <p:spPr>
              <a:xfrm>
                <a:off x="6850456" y="28956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B3629A3-CA97-916C-13EC-CD394EAB5C06}"/>
                  </a:ext>
                </a:extLst>
              </p:cNvPr>
              <p:cNvSpPr/>
              <p:nvPr/>
            </p:nvSpPr>
            <p:spPr>
              <a:xfrm>
                <a:off x="9521228" y="28956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84A281-0DEC-D3B8-5E75-6751AC418CAB}"/>
                  </a:ext>
                </a:extLst>
              </p:cNvPr>
              <p:cNvSpPr/>
              <p:nvPr/>
            </p:nvSpPr>
            <p:spPr>
              <a:xfrm>
                <a:off x="4179684" y="48768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94D1ECF-DD73-D2EB-1A21-53BE8986EC81}"/>
                  </a:ext>
                </a:extLst>
              </p:cNvPr>
              <p:cNvSpPr/>
              <p:nvPr/>
            </p:nvSpPr>
            <p:spPr>
              <a:xfrm>
                <a:off x="6850456" y="48768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3513B44-A091-32D4-31C1-D72383A637BE}"/>
                  </a:ext>
                </a:extLst>
              </p:cNvPr>
              <p:cNvSpPr/>
              <p:nvPr/>
            </p:nvSpPr>
            <p:spPr>
              <a:xfrm>
                <a:off x="9521228" y="4876800"/>
                <a:ext cx="2670772" cy="1981200"/>
              </a:xfrm>
              <a:prstGeom prst="rect">
                <a:avLst/>
              </a:prstGeom>
              <a:grp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6882E89-73A7-6C8F-52A0-8BCBC411083D}"/>
                  </a:ext>
                </a:extLst>
              </p:cNvPr>
              <p:cNvSpPr txBox="1"/>
              <p:nvPr/>
            </p:nvSpPr>
            <p:spPr>
              <a:xfrm>
                <a:off x="4318507" y="103257"/>
                <a:ext cx="2352824" cy="726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/>
                  <a:t>Raw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658222-1427-89D6-8D54-8FCF9B96C2AC}"/>
                  </a:ext>
                </a:extLst>
              </p:cNvPr>
              <p:cNvSpPr txBox="1"/>
              <p:nvPr/>
            </p:nvSpPr>
            <p:spPr>
              <a:xfrm>
                <a:off x="6989279" y="103257"/>
                <a:ext cx="2352824" cy="726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/>
                  <a:t>Hndcp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B94647-623C-1D08-A025-D39E7138D212}"/>
                  </a:ext>
                </a:extLst>
              </p:cNvPr>
              <p:cNvSpPr txBox="1"/>
              <p:nvPr/>
            </p:nvSpPr>
            <p:spPr>
              <a:xfrm>
                <a:off x="9660049" y="103257"/>
                <a:ext cx="2393126" cy="72677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/>
                  <a:t>Adjusted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540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A1253E-8786-04D7-1D68-0B6DAB42C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61" y="33337"/>
            <a:ext cx="10549772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1B72A4-377E-C823-A7E1-41AF504AA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251116"/>
              </p:ext>
            </p:extLst>
          </p:nvPr>
        </p:nvGraphicFramePr>
        <p:xfrm>
          <a:off x="224827" y="162963"/>
          <a:ext cx="11742346" cy="6381515"/>
        </p:xfrm>
        <a:graphic>
          <a:graphicData uri="http://schemas.openxmlformats.org/drawingml/2006/table">
            <a:tbl>
              <a:tblPr/>
              <a:tblGrid>
                <a:gridCol w="989165">
                  <a:extLst>
                    <a:ext uri="{9D8B030D-6E8A-4147-A177-3AD203B41FA5}">
                      <a16:colId xmlns:a16="http://schemas.microsoft.com/office/drawing/2014/main" val="2331827081"/>
                    </a:ext>
                  </a:extLst>
                </a:gridCol>
                <a:gridCol w="989165">
                  <a:extLst>
                    <a:ext uri="{9D8B030D-6E8A-4147-A177-3AD203B41FA5}">
                      <a16:colId xmlns:a16="http://schemas.microsoft.com/office/drawing/2014/main" val="2619598408"/>
                    </a:ext>
                  </a:extLst>
                </a:gridCol>
                <a:gridCol w="3254672">
                  <a:extLst>
                    <a:ext uri="{9D8B030D-6E8A-4147-A177-3AD203B41FA5}">
                      <a16:colId xmlns:a16="http://schemas.microsoft.com/office/drawing/2014/main" val="4285458219"/>
                    </a:ext>
                  </a:extLst>
                </a:gridCol>
                <a:gridCol w="3254672">
                  <a:extLst>
                    <a:ext uri="{9D8B030D-6E8A-4147-A177-3AD203B41FA5}">
                      <a16:colId xmlns:a16="http://schemas.microsoft.com/office/drawing/2014/main" val="3031392618"/>
                    </a:ext>
                  </a:extLst>
                </a:gridCol>
                <a:gridCol w="3254672">
                  <a:extLst>
                    <a:ext uri="{9D8B030D-6E8A-4147-A177-3AD203B41FA5}">
                      <a16:colId xmlns:a16="http://schemas.microsoft.com/office/drawing/2014/main" val="86291996"/>
                    </a:ext>
                  </a:extLst>
                </a:gridCol>
              </a:tblGrid>
              <a:tr h="62943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Hole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Player 1</a:t>
                      </a:r>
                      <a:b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Player 2</a:t>
                      </a:r>
                      <a:b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Player 3</a:t>
                      </a:r>
                      <a:b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23267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Jon Bartsch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 Fohn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Gary Klaus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739275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Patrick Murphy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Braden Murphy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Bryson Murphy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472539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Greg Friske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Nicholas Friske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Bill Kadura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625701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Bradley Nutt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Kaycee Nutt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Carter Nutt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652149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Stephen Klaus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Adam Goertz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Kevin Wolf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323249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Steve Meuth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 Meuth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Marcus Meuth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980347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Gregg Muehr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Andrew Vinklarek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 Muehr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217190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Damian Muehr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 Muehr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Wyatt Smith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534259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Bobby Goertz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Cliff Goertz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Steve Darilek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498807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 Allen Goertz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Amy Menely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Carson Kovar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522559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Elmer Goertz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Darren Goertz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Christopher Goertz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088071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Richie Fiebrich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Steve Fiebrich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Kevin Klaus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036386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Colton Tucker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Samuel Tucker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Ronnie Tucker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4594686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Gary Tucker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Scott Tucker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Jeremy Tucker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515529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 Kadura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Kris Klaus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Brian Klaus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323352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Scott Rascke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Justin Fohn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Clint Osborne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755466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Kenny Hoffman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Joe Hoffman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Toby Hoffman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405815"/>
                  </a:ext>
                </a:extLst>
              </a:tr>
              <a:tr h="3195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18B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 Altum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Shawn Altum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Rodney Kadura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56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4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163</Words>
  <Application>Microsoft Office PowerPoint</Application>
  <PresentationFormat>Widescreen</PresentationFormat>
  <Paragraphs>99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Rodney Kadura</dc:creator>
  <cp:lastModifiedBy>Rodney Kadura</cp:lastModifiedBy>
  <cp:revision>3</cp:revision>
  <cp:lastPrinted>2022-06-18T02:16:42Z</cp:lastPrinted>
  <dcterms:created xsi:type="dcterms:W3CDTF">2022-06-18T01:54:29Z</dcterms:created>
  <dcterms:modified xsi:type="dcterms:W3CDTF">2022-06-18T04:19:45Z</dcterms:modified>
</cp:coreProperties>
</file>