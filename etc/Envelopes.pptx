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63" r:id="rId2"/>
    <p:sldId id="269" r:id="rId3"/>
    <p:sldId id="270" r:id="rId4"/>
    <p:sldId id="271" r:id="rId5"/>
    <p:sldId id="272" r:id="rId6"/>
    <p:sldId id="273" r:id="rId7"/>
    <p:sldId id="274" r:id="rId8"/>
  </p:sldIdLst>
  <p:sldSz cx="9144000" cy="6858000" type="letter"/>
  <p:notesSz cx="6954838" cy="93091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3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457200" algn="l" rtl="0" fontAlgn="base">
      <a:spcBef>
        <a:spcPct val="0"/>
      </a:spcBef>
      <a:spcAft>
        <a:spcPct val="0"/>
      </a:spcAft>
      <a:defRPr sz="13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914400" algn="l" rtl="0" fontAlgn="base">
      <a:spcBef>
        <a:spcPct val="0"/>
      </a:spcBef>
      <a:spcAft>
        <a:spcPct val="0"/>
      </a:spcAft>
      <a:defRPr sz="13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371600" algn="l" rtl="0" fontAlgn="base">
      <a:spcBef>
        <a:spcPct val="0"/>
      </a:spcBef>
      <a:spcAft>
        <a:spcPct val="0"/>
      </a:spcAft>
      <a:defRPr sz="13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1828800" algn="l" rtl="0" fontAlgn="base">
      <a:spcBef>
        <a:spcPct val="0"/>
      </a:spcBef>
      <a:spcAft>
        <a:spcPct val="0"/>
      </a:spcAft>
      <a:defRPr sz="13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sz="13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6pPr>
    <a:lvl7pPr marL="2743200" algn="l" defTabSz="914400" rtl="0" eaLnBrk="1" latinLnBrk="0" hangingPunct="1">
      <a:defRPr sz="13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7pPr>
    <a:lvl8pPr marL="3200400" algn="l" defTabSz="914400" rtl="0" eaLnBrk="1" latinLnBrk="0" hangingPunct="1">
      <a:defRPr sz="13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8pPr>
    <a:lvl9pPr marL="3657600" algn="l" defTabSz="914400" rtl="0" eaLnBrk="1" latinLnBrk="0" hangingPunct="1">
      <a:defRPr sz="13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6" d="100"/>
          <a:sy n="96" d="100"/>
        </p:scale>
        <p:origin x="1386" y="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13075" cy="466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40175" y="0"/>
            <a:ext cx="3013075" cy="466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F90DC42-5444-4165-8B49-A5A986D0EDD4}" type="datetimeFigureOut">
              <a:rPr lang="en-US" smtClean="0"/>
              <a:t>8/27/2021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82713" y="1163638"/>
            <a:ext cx="4189412" cy="31416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95325" y="4479925"/>
            <a:ext cx="5564188" cy="36655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42375"/>
            <a:ext cx="3013075" cy="466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40175" y="8842375"/>
            <a:ext cx="3013075" cy="466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FAAD8D-51BE-48A5-8DD7-603E48B42B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1710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FAAD8D-51BE-48A5-8DD7-603E48B42B9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54520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1122436"/>
            <a:ext cx="6858000" cy="2387744"/>
          </a:xfrm>
        </p:spPr>
        <p:txBody>
          <a:bodyPr anchor="b"/>
          <a:lstStyle>
            <a:lvl1pPr algn="ctr">
              <a:defRPr sz="409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182"/>
            <a:ext cx="6858000" cy="1656051"/>
          </a:xfrm>
        </p:spPr>
        <p:txBody>
          <a:bodyPr/>
          <a:lstStyle>
            <a:lvl1pPr marL="0" indent="0" algn="ctr">
              <a:buNone/>
              <a:defRPr sz="1636"/>
            </a:lvl1pPr>
            <a:lvl2pPr marL="311719" indent="0" algn="ctr">
              <a:buNone/>
              <a:defRPr sz="1364"/>
            </a:lvl2pPr>
            <a:lvl3pPr marL="623438" indent="0" algn="ctr">
              <a:buNone/>
              <a:defRPr sz="1227"/>
            </a:lvl3pPr>
            <a:lvl4pPr marL="935157" indent="0" algn="ctr">
              <a:buNone/>
              <a:defRPr sz="1091"/>
            </a:lvl4pPr>
            <a:lvl5pPr marL="1246876" indent="0" algn="ctr">
              <a:buNone/>
              <a:defRPr sz="1091"/>
            </a:lvl5pPr>
            <a:lvl6pPr marL="1558595" indent="0" algn="ctr">
              <a:buNone/>
              <a:defRPr sz="1091"/>
            </a:lvl6pPr>
            <a:lvl7pPr marL="1870314" indent="0" algn="ctr">
              <a:buNone/>
              <a:defRPr sz="1091"/>
            </a:lvl7pPr>
            <a:lvl8pPr marL="2182033" indent="0" algn="ctr">
              <a:buNone/>
              <a:defRPr sz="1091"/>
            </a:lvl8pPr>
            <a:lvl9pPr marL="2493752" indent="0" algn="ctr">
              <a:buNone/>
              <a:defRPr sz="1091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948783A-6A40-49D5-BB0F-405DF9FB62E7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3423114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DD94FB78-7A4A-4DEE-9337-773237CAA114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566141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5476" y="1710171"/>
            <a:ext cx="7886700" cy="2852088"/>
          </a:xfrm>
        </p:spPr>
        <p:txBody>
          <a:bodyPr anchor="b"/>
          <a:lstStyle>
            <a:lvl1pPr>
              <a:defRPr sz="409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5476" y="4589318"/>
            <a:ext cx="7886700" cy="1500188"/>
          </a:xfrm>
        </p:spPr>
        <p:txBody>
          <a:bodyPr/>
          <a:lstStyle>
            <a:lvl1pPr marL="0" indent="0">
              <a:buNone/>
              <a:defRPr sz="1636"/>
            </a:lvl1pPr>
            <a:lvl2pPr marL="311719" indent="0">
              <a:buNone/>
              <a:defRPr sz="1364"/>
            </a:lvl2pPr>
            <a:lvl3pPr marL="623438" indent="0">
              <a:buNone/>
              <a:defRPr sz="1227"/>
            </a:lvl3pPr>
            <a:lvl4pPr marL="935157" indent="0">
              <a:buNone/>
              <a:defRPr sz="1091"/>
            </a:lvl4pPr>
            <a:lvl5pPr marL="1246876" indent="0">
              <a:buNone/>
              <a:defRPr sz="1091"/>
            </a:lvl5pPr>
            <a:lvl6pPr marL="1558595" indent="0">
              <a:buNone/>
              <a:defRPr sz="1091"/>
            </a:lvl6pPr>
            <a:lvl7pPr marL="1870314" indent="0">
              <a:buNone/>
              <a:defRPr sz="1091"/>
            </a:lvl7pPr>
            <a:lvl8pPr marL="2182033" indent="0">
              <a:buNone/>
              <a:defRPr sz="1091"/>
            </a:lvl8pPr>
            <a:lvl9pPr marL="2493752" indent="0">
              <a:buNone/>
              <a:defRPr sz="109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C980415C-DAF2-4D65-819E-55EC9F32B12B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569867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599767"/>
            <a:ext cx="3962400" cy="452654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4400" y="1599767"/>
            <a:ext cx="3962400" cy="452654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7BEE8DF-0C5A-4E37-812C-8ACCA241A313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5250679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4765"/>
            <a:ext cx="7886700" cy="132592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1" y="1680947"/>
            <a:ext cx="3870326" cy="823696"/>
          </a:xfrm>
        </p:spPr>
        <p:txBody>
          <a:bodyPr anchor="b"/>
          <a:lstStyle>
            <a:lvl1pPr marL="0" indent="0">
              <a:buNone/>
              <a:defRPr sz="1636" b="1"/>
            </a:lvl1pPr>
            <a:lvl2pPr marL="311719" indent="0">
              <a:buNone/>
              <a:defRPr sz="1364" b="1"/>
            </a:lvl2pPr>
            <a:lvl3pPr marL="623438" indent="0">
              <a:buNone/>
              <a:defRPr sz="1227" b="1"/>
            </a:lvl3pPr>
            <a:lvl4pPr marL="935157" indent="0">
              <a:buNone/>
              <a:defRPr sz="1091" b="1"/>
            </a:lvl4pPr>
            <a:lvl5pPr marL="1246876" indent="0">
              <a:buNone/>
              <a:defRPr sz="1091" b="1"/>
            </a:lvl5pPr>
            <a:lvl6pPr marL="1558595" indent="0">
              <a:buNone/>
              <a:defRPr sz="1091" b="1"/>
            </a:lvl6pPr>
            <a:lvl7pPr marL="1870314" indent="0">
              <a:buNone/>
              <a:defRPr sz="1091" b="1"/>
            </a:lvl7pPr>
            <a:lvl8pPr marL="2182033" indent="0">
              <a:buNone/>
              <a:defRPr sz="1091" b="1"/>
            </a:lvl8pPr>
            <a:lvl9pPr marL="2493752" indent="0">
              <a:buNone/>
              <a:defRPr sz="1091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8651" y="2504642"/>
            <a:ext cx="3870326" cy="368552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0947"/>
            <a:ext cx="3886200" cy="823696"/>
          </a:xfrm>
        </p:spPr>
        <p:txBody>
          <a:bodyPr anchor="b"/>
          <a:lstStyle>
            <a:lvl1pPr marL="0" indent="0">
              <a:buNone/>
              <a:defRPr sz="1636" b="1"/>
            </a:lvl1pPr>
            <a:lvl2pPr marL="311719" indent="0">
              <a:buNone/>
              <a:defRPr sz="1364" b="1"/>
            </a:lvl2pPr>
            <a:lvl3pPr marL="623438" indent="0">
              <a:buNone/>
              <a:defRPr sz="1227" b="1"/>
            </a:lvl3pPr>
            <a:lvl4pPr marL="935157" indent="0">
              <a:buNone/>
              <a:defRPr sz="1091" b="1"/>
            </a:lvl4pPr>
            <a:lvl5pPr marL="1246876" indent="0">
              <a:buNone/>
              <a:defRPr sz="1091" b="1"/>
            </a:lvl5pPr>
            <a:lvl6pPr marL="1558595" indent="0">
              <a:buNone/>
              <a:defRPr sz="1091" b="1"/>
            </a:lvl6pPr>
            <a:lvl7pPr marL="1870314" indent="0">
              <a:buNone/>
              <a:defRPr sz="1091" b="1"/>
            </a:lvl7pPr>
            <a:lvl8pPr marL="2182033" indent="0">
              <a:buNone/>
              <a:defRPr sz="1091" b="1"/>
            </a:lvl8pPr>
            <a:lvl9pPr marL="2493752" indent="0">
              <a:buNone/>
              <a:defRPr sz="1091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4642"/>
            <a:ext cx="3886200" cy="368552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F39A7715-751F-4DC6-835A-B6D035EA092D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4054329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4BEE836-3095-4F9C-9047-0D7EDE082E5F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0221021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8AE135A6-7899-4A95-B8A3-18153D904A87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9697984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456767"/>
            <a:ext cx="2949576" cy="1600850"/>
          </a:xfrm>
        </p:spPr>
        <p:txBody>
          <a:bodyPr anchor="b"/>
          <a:lstStyle>
            <a:lvl1pPr>
              <a:defRPr sz="2182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6201" y="987137"/>
            <a:ext cx="4629150" cy="4873986"/>
          </a:xfrm>
        </p:spPr>
        <p:txBody>
          <a:bodyPr/>
          <a:lstStyle>
            <a:lvl1pPr>
              <a:defRPr sz="2182"/>
            </a:lvl1pPr>
            <a:lvl2pPr>
              <a:defRPr sz="1909"/>
            </a:lvl2pPr>
            <a:lvl3pPr>
              <a:defRPr sz="1636"/>
            </a:lvl3pPr>
            <a:lvl4pPr>
              <a:defRPr sz="1364"/>
            </a:lvl4pPr>
            <a:lvl5pPr>
              <a:defRPr sz="1364"/>
            </a:lvl5pPr>
            <a:lvl6pPr>
              <a:defRPr sz="1364"/>
            </a:lvl6pPr>
            <a:lvl7pPr>
              <a:defRPr sz="1364"/>
            </a:lvl7pPr>
            <a:lvl8pPr>
              <a:defRPr sz="1364"/>
            </a:lvl8pPr>
            <a:lvl9pPr>
              <a:defRPr sz="1364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8650" y="2057617"/>
            <a:ext cx="2949576" cy="3811082"/>
          </a:xfrm>
        </p:spPr>
        <p:txBody>
          <a:bodyPr/>
          <a:lstStyle>
            <a:lvl1pPr marL="0" indent="0">
              <a:buNone/>
              <a:defRPr sz="1091"/>
            </a:lvl1pPr>
            <a:lvl2pPr marL="311719" indent="0">
              <a:buNone/>
              <a:defRPr sz="955"/>
            </a:lvl2pPr>
            <a:lvl3pPr marL="623438" indent="0">
              <a:buNone/>
              <a:defRPr sz="818"/>
            </a:lvl3pPr>
            <a:lvl4pPr marL="935157" indent="0">
              <a:buNone/>
              <a:defRPr sz="682"/>
            </a:lvl4pPr>
            <a:lvl5pPr marL="1246876" indent="0">
              <a:buNone/>
              <a:defRPr sz="682"/>
            </a:lvl5pPr>
            <a:lvl6pPr marL="1558595" indent="0">
              <a:buNone/>
              <a:defRPr sz="682"/>
            </a:lvl6pPr>
            <a:lvl7pPr marL="1870314" indent="0">
              <a:buNone/>
              <a:defRPr sz="682"/>
            </a:lvl7pPr>
            <a:lvl8pPr marL="2182033" indent="0">
              <a:buNone/>
              <a:defRPr sz="682"/>
            </a:lvl8pPr>
            <a:lvl9pPr marL="2493752" indent="0">
              <a:buNone/>
              <a:defRPr sz="682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0A13D8D-5B07-46E1-90A8-70404E27A479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2706991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456767"/>
            <a:ext cx="2949576" cy="1600850"/>
          </a:xfrm>
        </p:spPr>
        <p:txBody>
          <a:bodyPr anchor="b"/>
          <a:lstStyle>
            <a:lvl1pPr>
              <a:defRPr sz="2182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886201" y="987137"/>
            <a:ext cx="4629150" cy="4873986"/>
          </a:xfrm>
        </p:spPr>
        <p:txBody>
          <a:bodyPr/>
          <a:lstStyle>
            <a:lvl1pPr marL="0" indent="0">
              <a:buNone/>
              <a:defRPr sz="2182"/>
            </a:lvl1pPr>
            <a:lvl2pPr marL="311719" indent="0">
              <a:buNone/>
              <a:defRPr sz="1909"/>
            </a:lvl2pPr>
            <a:lvl3pPr marL="623438" indent="0">
              <a:buNone/>
              <a:defRPr sz="1636"/>
            </a:lvl3pPr>
            <a:lvl4pPr marL="935157" indent="0">
              <a:buNone/>
              <a:defRPr sz="1364"/>
            </a:lvl4pPr>
            <a:lvl5pPr marL="1246876" indent="0">
              <a:buNone/>
              <a:defRPr sz="1364"/>
            </a:lvl5pPr>
            <a:lvl6pPr marL="1558595" indent="0">
              <a:buNone/>
              <a:defRPr sz="1364"/>
            </a:lvl6pPr>
            <a:lvl7pPr marL="1870314" indent="0">
              <a:buNone/>
              <a:defRPr sz="1364"/>
            </a:lvl7pPr>
            <a:lvl8pPr marL="2182033" indent="0">
              <a:buNone/>
              <a:defRPr sz="1364"/>
            </a:lvl8pPr>
            <a:lvl9pPr marL="2493752" indent="0">
              <a:buNone/>
              <a:defRPr sz="1364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8650" y="2057617"/>
            <a:ext cx="2949576" cy="3811082"/>
          </a:xfrm>
        </p:spPr>
        <p:txBody>
          <a:bodyPr/>
          <a:lstStyle>
            <a:lvl1pPr marL="0" indent="0">
              <a:buNone/>
              <a:defRPr sz="1091"/>
            </a:lvl1pPr>
            <a:lvl2pPr marL="311719" indent="0">
              <a:buNone/>
              <a:defRPr sz="955"/>
            </a:lvl2pPr>
            <a:lvl3pPr marL="623438" indent="0">
              <a:buNone/>
              <a:defRPr sz="818"/>
            </a:lvl3pPr>
            <a:lvl4pPr marL="935157" indent="0">
              <a:buNone/>
              <a:defRPr sz="682"/>
            </a:lvl4pPr>
            <a:lvl5pPr marL="1246876" indent="0">
              <a:buNone/>
              <a:defRPr sz="682"/>
            </a:lvl5pPr>
            <a:lvl6pPr marL="1558595" indent="0">
              <a:buNone/>
              <a:defRPr sz="682"/>
            </a:lvl6pPr>
            <a:lvl7pPr marL="1870314" indent="0">
              <a:buNone/>
              <a:defRPr sz="682"/>
            </a:lvl7pPr>
            <a:lvl8pPr marL="2182033" indent="0">
              <a:buNone/>
              <a:defRPr sz="682"/>
            </a:lvl8pPr>
            <a:lvl9pPr marL="2493752" indent="0">
              <a:buNone/>
              <a:defRPr sz="682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C08F92D-E358-4566-B8A2-327FB862A3BA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411412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F490811-8C7F-4E11-A958-8FFD6A827787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3280855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926"/>
            <a:ext cx="2057400" cy="5851381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926"/>
            <a:ext cx="5867400" cy="585138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C1111F8C-7211-442C-89B8-3887372140F7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8234685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4926"/>
            <a:ext cx="8229600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67922" tIns="33961" rIns="67922" bIns="33961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599767"/>
            <a:ext cx="8229600" cy="452654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67922" tIns="33961" rIns="67922" bIns="33961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369"/>
            <a:ext cx="21336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67922" tIns="33961" rIns="67922" bIns="33961" numCol="1" anchor="t" anchorCtr="0" compatLnSpc="1">
            <a:prstTxWarp prst="textNoShape">
              <a:avLst/>
            </a:prstTxWarp>
          </a:bodyPr>
          <a:lstStyle>
            <a:lvl1pPr defTabSz="463249">
              <a:defRPr sz="682"/>
            </a:lvl1pPr>
          </a:lstStyle>
          <a:p>
            <a:endParaRPr lang="en-US" altLang="en-US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369"/>
            <a:ext cx="28956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67922" tIns="33961" rIns="67922" bIns="33961" numCol="1" anchor="t" anchorCtr="0" compatLnSpc="1">
            <a:prstTxWarp prst="textNoShape">
              <a:avLst/>
            </a:prstTxWarp>
          </a:bodyPr>
          <a:lstStyle>
            <a:lvl1pPr algn="ctr" defTabSz="463249">
              <a:defRPr sz="682"/>
            </a:lvl1pPr>
          </a:lstStyle>
          <a:p>
            <a:endParaRPr lang="en-US" altLang="en-US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369"/>
            <a:ext cx="21336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67922" tIns="33961" rIns="67922" bIns="33961" numCol="1" anchor="t" anchorCtr="0" compatLnSpc="1">
            <a:prstTxWarp prst="textNoShape">
              <a:avLst/>
            </a:prstTxWarp>
          </a:bodyPr>
          <a:lstStyle>
            <a:lvl1pPr algn="r" defTabSz="463249">
              <a:defRPr sz="682"/>
            </a:lvl1pPr>
          </a:lstStyle>
          <a:p>
            <a:fld id="{E2E55613-D2F0-46D6-8CEF-E4A353AA88F3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63249" rtl="0" fontAlgn="base">
        <a:spcBef>
          <a:spcPct val="0"/>
        </a:spcBef>
        <a:spcAft>
          <a:spcPct val="0"/>
        </a:spcAft>
        <a:defRPr sz="2250" kern="1200">
          <a:solidFill>
            <a:schemeClr val="tx2"/>
          </a:solidFill>
          <a:latin typeface="+mj-lt"/>
          <a:ea typeface="+mj-ea"/>
          <a:cs typeface="+mj-cs"/>
        </a:defRPr>
      </a:lvl1pPr>
      <a:lvl2pPr algn="ctr" defTabSz="463249" rtl="0" fontAlgn="base">
        <a:spcBef>
          <a:spcPct val="0"/>
        </a:spcBef>
        <a:spcAft>
          <a:spcPct val="0"/>
        </a:spcAft>
        <a:defRPr sz="2250">
          <a:solidFill>
            <a:schemeClr val="tx2"/>
          </a:solidFill>
          <a:latin typeface="Arial" panose="020B0604020202020204" pitchFamily="34" charset="0"/>
          <a:cs typeface="Arial" panose="020B0604020202020204" pitchFamily="34" charset="0"/>
        </a:defRPr>
      </a:lvl2pPr>
      <a:lvl3pPr algn="ctr" defTabSz="463249" rtl="0" fontAlgn="base">
        <a:spcBef>
          <a:spcPct val="0"/>
        </a:spcBef>
        <a:spcAft>
          <a:spcPct val="0"/>
        </a:spcAft>
        <a:defRPr sz="2250">
          <a:solidFill>
            <a:schemeClr val="tx2"/>
          </a:solidFill>
          <a:latin typeface="Arial" panose="020B0604020202020204" pitchFamily="34" charset="0"/>
          <a:cs typeface="Arial" panose="020B0604020202020204" pitchFamily="34" charset="0"/>
        </a:defRPr>
      </a:lvl3pPr>
      <a:lvl4pPr algn="ctr" defTabSz="463249" rtl="0" fontAlgn="base">
        <a:spcBef>
          <a:spcPct val="0"/>
        </a:spcBef>
        <a:spcAft>
          <a:spcPct val="0"/>
        </a:spcAft>
        <a:defRPr sz="2250">
          <a:solidFill>
            <a:schemeClr val="tx2"/>
          </a:solidFill>
          <a:latin typeface="Arial" panose="020B0604020202020204" pitchFamily="34" charset="0"/>
          <a:cs typeface="Arial" panose="020B0604020202020204" pitchFamily="34" charset="0"/>
        </a:defRPr>
      </a:lvl4pPr>
      <a:lvl5pPr algn="ctr" defTabSz="463249" rtl="0" fontAlgn="base">
        <a:spcBef>
          <a:spcPct val="0"/>
        </a:spcBef>
        <a:spcAft>
          <a:spcPct val="0"/>
        </a:spcAft>
        <a:defRPr sz="2250">
          <a:solidFill>
            <a:schemeClr val="tx2"/>
          </a:solidFill>
          <a:latin typeface="Arial" panose="020B0604020202020204" pitchFamily="34" charset="0"/>
          <a:cs typeface="Arial" panose="020B0604020202020204" pitchFamily="34" charset="0"/>
        </a:defRPr>
      </a:lvl5pPr>
      <a:lvl6pPr marL="311719" algn="ctr" defTabSz="463249" rtl="0" fontAlgn="base">
        <a:spcBef>
          <a:spcPct val="0"/>
        </a:spcBef>
        <a:spcAft>
          <a:spcPct val="0"/>
        </a:spcAft>
        <a:defRPr sz="2250">
          <a:solidFill>
            <a:schemeClr val="tx2"/>
          </a:solidFill>
          <a:latin typeface="Arial" panose="020B0604020202020204" pitchFamily="34" charset="0"/>
          <a:cs typeface="Arial" panose="020B0604020202020204" pitchFamily="34" charset="0"/>
        </a:defRPr>
      </a:lvl6pPr>
      <a:lvl7pPr marL="623438" algn="ctr" defTabSz="463249" rtl="0" fontAlgn="base">
        <a:spcBef>
          <a:spcPct val="0"/>
        </a:spcBef>
        <a:spcAft>
          <a:spcPct val="0"/>
        </a:spcAft>
        <a:defRPr sz="2250">
          <a:solidFill>
            <a:schemeClr val="tx2"/>
          </a:solidFill>
          <a:latin typeface="Arial" panose="020B0604020202020204" pitchFamily="34" charset="0"/>
          <a:cs typeface="Arial" panose="020B0604020202020204" pitchFamily="34" charset="0"/>
        </a:defRPr>
      </a:lvl7pPr>
      <a:lvl8pPr marL="935157" algn="ctr" defTabSz="463249" rtl="0" fontAlgn="base">
        <a:spcBef>
          <a:spcPct val="0"/>
        </a:spcBef>
        <a:spcAft>
          <a:spcPct val="0"/>
        </a:spcAft>
        <a:defRPr sz="2250">
          <a:solidFill>
            <a:schemeClr val="tx2"/>
          </a:solidFill>
          <a:latin typeface="Arial" panose="020B0604020202020204" pitchFamily="34" charset="0"/>
          <a:cs typeface="Arial" panose="020B0604020202020204" pitchFamily="34" charset="0"/>
        </a:defRPr>
      </a:lvl8pPr>
      <a:lvl9pPr marL="1246876" algn="ctr" defTabSz="463249" rtl="0" fontAlgn="base">
        <a:spcBef>
          <a:spcPct val="0"/>
        </a:spcBef>
        <a:spcAft>
          <a:spcPct val="0"/>
        </a:spcAft>
        <a:defRPr sz="2250">
          <a:solidFill>
            <a:schemeClr val="tx2"/>
          </a:solidFill>
          <a:latin typeface="Arial" panose="020B0604020202020204" pitchFamily="34" charset="0"/>
          <a:cs typeface="Arial" panose="020B0604020202020204" pitchFamily="34" charset="0"/>
        </a:defRPr>
      </a:lvl9pPr>
    </p:titleStyle>
    <p:bodyStyle>
      <a:lvl1pPr marL="173177" indent="-173177" algn="l" defTabSz="463249" rtl="0" fontAlgn="base">
        <a:spcBef>
          <a:spcPct val="20000"/>
        </a:spcBef>
        <a:spcAft>
          <a:spcPct val="0"/>
        </a:spcAft>
        <a:buChar char="•"/>
        <a:defRPr sz="1636" kern="1200">
          <a:solidFill>
            <a:schemeClr val="tx1"/>
          </a:solidFill>
          <a:latin typeface="+mn-lt"/>
          <a:ea typeface="+mn-ea"/>
          <a:cs typeface="+mn-cs"/>
        </a:defRPr>
      </a:lvl1pPr>
      <a:lvl2pPr marL="376660" indent="-145036" algn="l" defTabSz="463249" rtl="0" fontAlgn="base">
        <a:spcBef>
          <a:spcPct val="20000"/>
        </a:spcBef>
        <a:spcAft>
          <a:spcPct val="0"/>
        </a:spcAft>
        <a:buChar char="–"/>
        <a:defRPr sz="1432" kern="1200">
          <a:solidFill>
            <a:schemeClr val="tx1"/>
          </a:solidFill>
          <a:latin typeface="+mn-lt"/>
          <a:ea typeface="+mn-ea"/>
          <a:cs typeface="+mn-cs"/>
        </a:defRPr>
      </a:lvl2pPr>
      <a:lvl3pPr marL="579062" indent="-115813" algn="l" defTabSz="463249" rtl="0" fontAlgn="base">
        <a:spcBef>
          <a:spcPct val="20000"/>
        </a:spcBef>
        <a:spcAft>
          <a:spcPct val="0"/>
        </a:spcAft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3pPr>
      <a:lvl4pPr marL="810686" indent="-115813" algn="l" defTabSz="463249" rtl="0" fontAlgn="base">
        <a:spcBef>
          <a:spcPct val="20000"/>
        </a:spcBef>
        <a:spcAft>
          <a:spcPct val="0"/>
        </a:spcAft>
        <a:buChar char="–"/>
        <a:defRPr sz="1023" kern="1200">
          <a:solidFill>
            <a:schemeClr val="tx1"/>
          </a:solidFill>
          <a:latin typeface="+mn-lt"/>
          <a:ea typeface="+mn-ea"/>
          <a:cs typeface="+mn-cs"/>
        </a:defRPr>
      </a:lvl4pPr>
      <a:lvl5pPr marL="1042311" indent="-115813" algn="l" defTabSz="463249" rtl="0" fontAlgn="base">
        <a:spcBef>
          <a:spcPct val="20000"/>
        </a:spcBef>
        <a:spcAft>
          <a:spcPct val="0"/>
        </a:spcAft>
        <a:buChar char="»"/>
        <a:defRPr sz="1023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4" indent="-155859" algn="l" defTabSz="623438" rtl="0" eaLnBrk="1" latinLnBrk="0" hangingPunct="1">
        <a:lnSpc>
          <a:spcPct val="90000"/>
        </a:lnSpc>
        <a:spcBef>
          <a:spcPts val="341"/>
        </a:spcBef>
        <a:buFont typeface="Arial" panose="020B0604020202020204" pitchFamily="34" charset="0"/>
        <a:buChar char="•"/>
        <a:defRPr sz="1227" kern="1200">
          <a:solidFill>
            <a:schemeClr val="tx1"/>
          </a:solidFill>
          <a:latin typeface="+mn-lt"/>
          <a:ea typeface="+mn-ea"/>
          <a:cs typeface="+mn-cs"/>
        </a:defRPr>
      </a:lvl6pPr>
      <a:lvl7pPr marL="2026173" indent="-155859" algn="l" defTabSz="623438" rtl="0" eaLnBrk="1" latinLnBrk="0" hangingPunct="1">
        <a:lnSpc>
          <a:spcPct val="90000"/>
        </a:lnSpc>
        <a:spcBef>
          <a:spcPts val="341"/>
        </a:spcBef>
        <a:buFont typeface="Arial" panose="020B0604020202020204" pitchFamily="34" charset="0"/>
        <a:buChar char="•"/>
        <a:defRPr sz="1227" kern="1200">
          <a:solidFill>
            <a:schemeClr val="tx1"/>
          </a:solidFill>
          <a:latin typeface="+mn-lt"/>
          <a:ea typeface="+mn-ea"/>
          <a:cs typeface="+mn-cs"/>
        </a:defRPr>
      </a:lvl7pPr>
      <a:lvl8pPr marL="2337892" indent="-155859" algn="l" defTabSz="623438" rtl="0" eaLnBrk="1" latinLnBrk="0" hangingPunct="1">
        <a:lnSpc>
          <a:spcPct val="90000"/>
        </a:lnSpc>
        <a:spcBef>
          <a:spcPts val="341"/>
        </a:spcBef>
        <a:buFont typeface="Arial" panose="020B0604020202020204" pitchFamily="34" charset="0"/>
        <a:buChar char="•"/>
        <a:defRPr sz="1227" kern="1200">
          <a:solidFill>
            <a:schemeClr val="tx1"/>
          </a:solidFill>
          <a:latin typeface="+mn-lt"/>
          <a:ea typeface="+mn-ea"/>
          <a:cs typeface="+mn-cs"/>
        </a:defRPr>
      </a:lvl8pPr>
      <a:lvl9pPr marL="2649611" indent="-155859" algn="l" defTabSz="623438" rtl="0" eaLnBrk="1" latinLnBrk="0" hangingPunct="1">
        <a:lnSpc>
          <a:spcPct val="90000"/>
        </a:lnSpc>
        <a:spcBef>
          <a:spcPts val="341"/>
        </a:spcBef>
        <a:buFont typeface="Arial" panose="020B0604020202020204" pitchFamily="34" charset="0"/>
        <a:buChar char="•"/>
        <a:defRPr sz="122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23438" rtl="0" eaLnBrk="1" latinLnBrk="0" hangingPunct="1">
        <a:defRPr sz="1227" kern="1200">
          <a:solidFill>
            <a:schemeClr val="tx1"/>
          </a:solidFill>
          <a:latin typeface="+mn-lt"/>
          <a:ea typeface="+mn-ea"/>
          <a:cs typeface="+mn-cs"/>
        </a:defRPr>
      </a:lvl1pPr>
      <a:lvl2pPr marL="311719" algn="l" defTabSz="623438" rtl="0" eaLnBrk="1" latinLnBrk="0" hangingPunct="1">
        <a:defRPr sz="1227" kern="1200">
          <a:solidFill>
            <a:schemeClr val="tx1"/>
          </a:solidFill>
          <a:latin typeface="+mn-lt"/>
          <a:ea typeface="+mn-ea"/>
          <a:cs typeface="+mn-cs"/>
        </a:defRPr>
      </a:lvl2pPr>
      <a:lvl3pPr marL="623438" algn="l" defTabSz="623438" rtl="0" eaLnBrk="1" latinLnBrk="0" hangingPunct="1">
        <a:defRPr sz="1227" kern="1200">
          <a:solidFill>
            <a:schemeClr val="tx1"/>
          </a:solidFill>
          <a:latin typeface="+mn-lt"/>
          <a:ea typeface="+mn-ea"/>
          <a:cs typeface="+mn-cs"/>
        </a:defRPr>
      </a:lvl3pPr>
      <a:lvl4pPr marL="935157" algn="l" defTabSz="623438" rtl="0" eaLnBrk="1" latinLnBrk="0" hangingPunct="1">
        <a:defRPr sz="1227" kern="1200">
          <a:solidFill>
            <a:schemeClr val="tx1"/>
          </a:solidFill>
          <a:latin typeface="+mn-lt"/>
          <a:ea typeface="+mn-ea"/>
          <a:cs typeface="+mn-cs"/>
        </a:defRPr>
      </a:lvl4pPr>
      <a:lvl5pPr marL="1246876" algn="l" defTabSz="623438" rtl="0" eaLnBrk="1" latinLnBrk="0" hangingPunct="1">
        <a:defRPr sz="1227" kern="1200">
          <a:solidFill>
            <a:schemeClr val="tx1"/>
          </a:solidFill>
          <a:latin typeface="+mn-lt"/>
          <a:ea typeface="+mn-ea"/>
          <a:cs typeface="+mn-cs"/>
        </a:defRPr>
      </a:lvl5pPr>
      <a:lvl6pPr marL="1558595" algn="l" defTabSz="623438" rtl="0" eaLnBrk="1" latinLnBrk="0" hangingPunct="1">
        <a:defRPr sz="1227" kern="1200">
          <a:solidFill>
            <a:schemeClr val="tx1"/>
          </a:solidFill>
          <a:latin typeface="+mn-lt"/>
          <a:ea typeface="+mn-ea"/>
          <a:cs typeface="+mn-cs"/>
        </a:defRPr>
      </a:lvl6pPr>
      <a:lvl7pPr marL="1870314" algn="l" defTabSz="623438" rtl="0" eaLnBrk="1" latinLnBrk="0" hangingPunct="1">
        <a:defRPr sz="1227" kern="1200">
          <a:solidFill>
            <a:schemeClr val="tx1"/>
          </a:solidFill>
          <a:latin typeface="+mn-lt"/>
          <a:ea typeface="+mn-ea"/>
          <a:cs typeface="+mn-cs"/>
        </a:defRPr>
      </a:lvl7pPr>
      <a:lvl8pPr marL="2182033" algn="l" defTabSz="623438" rtl="0" eaLnBrk="1" latinLnBrk="0" hangingPunct="1">
        <a:defRPr sz="1227" kern="1200">
          <a:solidFill>
            <a:schemeClr val="tx1"/>
          </a:solidFill>
          <a:latin typeface="+mn-lt"/>
          <a:ea typeface="+mn-ea"/>
          <a:cs typeface="+mn-cs"/>
        </a:defRPr>
      </a:lvl8pPr>
      <a:lvl9pPr marL="2493752" algn="l" defTabSz="623438" rtl="0" eaLnBrk="1" latinLnBrk="0" hangingPunct="1">
        <a:defRPr sz="122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3314700" y="1447800"/>
            <a:ext cx="2514600" cy="3581400"/>
            <a:chOff x="3200400" y="1447800"/>
            <a:chExt cx="2514600" cy="3581400"/>
          </a:xfrm>
        </p:grpSpPr>
        <p:sp>
          <p:nvSpPr>
            <p:cNvPr id="2" name="Rectangle 1"/>
            <p:cNvSpPr/>
            <p:nvPr/>
          </p:nvSpPr>
          <p:spPr bwMode="auto">
            <a:xfrm>
              <a:off x="3200400" y="1447800"/>
              <a:ext cx="2514600" cy="3581400"/>
            </a:xfrm>
            <a:prstGeom prst="rect">
              <a:avLst/>
            </a:prstGeom>
            <a:noFill/>
            <a:ln w="571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67945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4" name="Straight Connector 3"/>
            <p:cNvCxnSpPr/>
            <p:nvPr/>
          </p:nvCxnSpPr>
          <p:spPr bwMode="auto">
            <a:xfrm>
              <a:off x="3429000" y="1447800"/>
              <a:ext cx="685800" cy="1790700"/>
            </a:xfrm>
            <a:prstGeom prst="line">
              <a:avLst/>
            </a:prstGeom>
            <a:solidFill>
              <a:schemeClr val="accent1"/>
            </a:solidFill>
            <a:ln w="57150" cap="flat" cmpd="sng" algn="ctr">
              <a:solidFill>
                <a:schemeClr val="tx1"/>
              </a:solidFill>
              <a:prstDash val="sysDash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6" name="Straight Connector 5"/>
            <p:cNvCxnSpPr/>
            <p:nvPr/>
          </p:nvCxnSpPr>
          <p:spPr bwMode="auto">
            <a:xfrm flipH="1">
              <a:off x="3505200" y="3238500"/>
              <a:ext cx="609600" cy="1790700"/>
            </a:xfrm>
            <a:prstGeom prst="line">
              <a:avLst/>
            </a:prstGeom>
            <a:solidFill>
              <a:schemeClr val="accent1"/>
            </a:solidFill>
            <a:ln w="57150" cap="flat" cmpd="sng" algn="ctr">
              <a:solidFill>
                <a:schemeClr val="tx1"/>
              </a:solidFill>
              <a:prstDash val="sysDash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sp>
        <p:nvSpPr>
          <p:cNvPr id="7" name="TextBox 6"/>
          <p:cNvSpPr txBox="1"/>
          <p:nvPr/>
        </p:nvSpPr>
        <p:spPr>
          <a:xfrm>
            <a:off x="0" y="5585996"/>
            <a:ext cx="9144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6 ½ x 3 5/8 inch envelopes go into the printer face up,</a:t>
            </a:r>
          </a:p>
          <a:p>
            <a:pPr algn="ctr"/>
            <a:r>
              <a:rPr lang="en-US" sz="2000" b="1" dirty="0"/>
              <a:t>with top of envelope to the left.</a:t>
            </a:r>
          </a:p>
        </p:txBody>
      </p:sp>
      <p:sp>
        <p:nvSpPr>
          <p:cNvPr id="3" name="Arrow: Right 2">
            <a:extLst>
              <a:ext uri="{FF2B5EF4-FFF2-40B4-BE49-F238E27FC236}">
                <a16:creationId xmlns:a16="http://schemas.microsoft.com/office/drawing/2014/main" id="{355A5A20-E5D2-4F44-A6BD-73898F265096}"/>
              </a:ext>
            </a:extLst>
          </p:cNvPr>
          <p:cNvSpPr/>
          <p:nvPr/>
        </p:nvSpPr>
        <p:spPr bwMode="auto">
          <a:xfrm rot="16200000">
            <a:off x="4286250" y="500479"/>
            <a:ext cx="571500" cy="781050"/>
          </a:xfrm>
          <a:prstGeom prst="right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67945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48823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4114800" y="4495800"/>
            <a:ext cx="4953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+mj-lt"/>
                <a:cs typeface="Aharoni" panose="02010803020104030203" pitchFamily="2" charset="-79"/>
              </a:rPr>
              <a:t>Catering</a:t>
            </a:r>
          </a:p>
        </p:txBody>
      </p:sp>
      <p:pic>
        <p:nvPicPr>
          <p:cNvPr id="3" name="Picture 2" descr="A picture containing text, clipart, tableware&#10;&#10;Description automatically generated">
            <a:extLst>
              <a:ext uri="{FF2B5EF4-FFF2-40B4-BE49-F238E27FC236}">
                <a16:creationId xmlns:a16="http://schemas.microsoft.com/office/drawing/2014/main" id="{DC119D46-ABD6-429C-91FC-689D0513B0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0106" y="1955132"/>
            <a:ext cx="3862387" cy="59569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DD7BF84-45BA-4284-B45C-FE113CEC8740}"/>
              </a:ext>
            </a:extLst>
          </p:cNvPr>
          <p:cNvSpPr txBox="1"/>
          <p:nvPr/>
        </p:nvSpPr>
        <p:spPr>
          <a:xfrm>
            <a:off x="4114800" y="3276600"/>
            <a:ext cx="4953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latin typeface="+mj-lt"/>
                <a:cs typeface="Aharoni" panose="02010803020104030203" pitchFamily="2" charset="-79"/>
              </a:rPr>
              <a:t>Leon </a:t>
            </a:r>
            <a:r>
              <a:rPr lang="en-US" sz="3200" b="1" dirty="0" err="1">
                <a:latin typeface="+mj-lt"/>
                <a:cs typeface="Aharoni" panose="02010803020104030203" pitchFamily="2" charset="-79"/>
              </a:rPr>
              <a:t>Prasek</a:t>
            </a:r>
            <a:endParaRPr lang="en-US" sz="3200" b="1" dirty="0">
              <a:latin typeface="+mj-lt"/>
              <a:cs typeface="Aharoni" panose="02010803020104030203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28146605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4114800" y="4495800"/>
            <a:ext cx="4953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+mj-lt"/>
                <a:cs typeface="Aharoni" panose="02010803020104030203" pitchFamily="2" charset="-79"/>
              </a:rPr>
              <a:t>Closest to the Hole #3</a:t>
            </a:r>
          </a:p>
        </p:txBody>
      </p:sp>
      <p:pic>
        <p:nvPicPr>
          <p:cNvPr id="3" name="Picture 2" descr="A picture containing text, clipart, tableware&#10;&#10;Description automatically generated">
            <a:extLst>
              <a:ext uri="{FF2B5EF4-FFF2-40B4-BE49-F238E27FC236}">
                <a16:creationId xmlns:a16="http://schemas.microsoft.com/office/drawing/2014/main" id="{DC119D46-ABD6-429C-91FC-689D0513B0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0106" y="1955132"/>
            <a:ext cx="3862387" cy="595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91460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4114800" y="4495800"/>
            <a:ext cx="4953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+mj-lt"/>
                <a:cs typeface="Aharoni" panose="02010803020104030203" pitchFamily="2" charset="-79"/>
              </a:rPr>
              <a:t>Closest to the Hole #5</a:t>
            </a:r>
          </a:p>
        </p:txBody>
      </p:sp>
      <p:pic>
        <p:nvPicPr>
          <p:cNvPr id="3" name="Picture 2" descr="A picture containing text, clipart, tableware&#10;&#10;Description automatically generated">
            <a:extLst>
              <a:ext uri="{FF2B5EF4-FFF2-40B4-BE49-F238E27FC236}">
                <a16:creationId xmlns:a16="http://schemas.microsoft.com/office/drawing/2014/main" id="{DC119D46-ABD6-429C-91FC-689D0513B0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0106" y="1955132"/>
            <a:ext cx="3862387" cy="595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93796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4114800" y="4495800"/>
            <a:ext cx="4953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+mj-lt"/>
                <a:cs typeface="Aharoni" panose="02010803020104030203" pitchFamily="2" charset="-79"/>
              </a:rPr>
              <a:t>Closest to the Hole #13</a:t>
            </a:r>
          </a:p>
        </p:txBody>
      </p:sp>
      <p:pic>
        <p:nvPicPr>
          <p:cNvPr id="3" name="Picture 2" descr="A picture containing text, clipart, tableware&#10;&#10;Description automatically generated">
            <a:extLst>
              <a:ext uri="{FF2B5EF4-FFF2-40B4-BE49-F238E27FC236}">
                <a16:creationId xmlns:a16="http://schemas.microsoft.com/office/drawing/2014/main" id="{DC119D46-ABD6-429C-91FC-689D0513B0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0106" y="1955132"/>
            <a:ext cx="3862387" cy="595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05085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4114800" y="4495800"/>
            <a:ext cx="4953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+mj-lt"/>
                <a:cs typeface="Aharoni" panose="02010803020104030203" pitchFamily="2" charset="-79"/>
              </a:rPr>
              <a:t>Closest to the Hole #15</a:t>
            </a:r>
          </a:p>
        </p:txBody>
      </p:sp>
      <p:pic>
        <p:nvPicPr>
          <p:cNvPr id="3" name="Picture 2" descr="A picture containing text, clipart, tableware&#10;&#10;Description automatically generated">
            <a:extLst>
              <a:ext uri="{FF2B5EF4-FFF2-40B4-BE49-F238E27FC236}">
                <a16:creationId xmlns:a16="http://schemas.microsoft.com/office/drawing/2014/main" id="{DC119D46-ABD6-429C-91FC-689D0513B0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0106" y="1955132"/>
            <a:ext cx="3862387" cy="595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67138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4114800" y="4495800"/>
            <a:ext cx="4953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+mj-lt"/>
                <a:cs typeface="Aharoni" panose="02010803020104030203" pitchFamily="2" charset="-79"/>
              </a:rPr>
              <a:t>Longest Drive #11</a:t>
            </a:r>
          </a:p>
        </p:txBody>
      </p:sp>
      <p:pic>
        <p:nvPicPr>
          <p:cNvPr id="3" name="Picture 2" descr="A picture containing text, clipart, tableware&#10;&#10;Description automatically generated">
            <a:extLst>
              <a:ext uri="{FF2B5EF4-FFF2-40B4-BE49-F238E27FC236}">
                <a16:creationId xmlns:a16="http://schemas.microsoft.com/office/drawing/2014/main" id="{DC119D46-ABD6-429C-91FC-689D0513B0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0106" y="1955132"/>
            <a:ext cx="3862387" cy="595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241191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fault Design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67945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altLang="en-US" sz="13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67945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altLang="en-US" sz="13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141</TotalTime>
  <Words>54</Words>
  <Application>Microsoft Office PowerPoint</Application>
  <PresentationFormat>Letter Paper (8.5x11 in)</PresentationFormat>
  <Paragraphs>10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Default Design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Home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Kadura</dc:creator>
  <cp:lastModifiedBy>Rodney Kadura</cp:lastModifiedBy>
  <cp:revision>15</cp:revision>
  <cp:lastPrinted>2021-08-27T20:52:56Z</cp:lastPrinted>
  <dcterms:created xsi:type="dcterms:W3CDTF">2012-05-18T04:06:22Z</dcterms:created>
  <dcterms:modified xsi:type="dcterms:W3CDTF">2021-08-27T21:12:41Z</dcterms:modified>
</cp:coreProperties>
</file>