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letter"/>
  <p:notesSz cx="6954838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138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DC42-5444-4165-8B49-A5A986D0EDD4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2713" y="1163638"/>
            <a:ext cx="4189412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AAD8D-51BE-48A5-8DD7-603E48B42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FAAD8D-51BE-48A5-8DD7-603E48B42B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52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436"/>
            <a:ext cx="6858000" cy="2387744"/>
          </a:xfrm>
        </p:spPr>
        <p:txBody>
          <a:bodyPr anchor="b"/>
          <a:lstStyle>
            <a:lvl1pPr algn="ctr">
              <a:defRPr sz="409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182"/>
            <a:ext cx="6858000" cy="1656051"/>
          </a:xfrm>
        </p:spPr>
        <p:txBody>
          <a:bodyPr/>
          <a:lstStyle>
            <a:lvl1pPr marL="0" indent="0" algn="ctr">
              <a:buNone/>
              <a:defRPr sz="1636"/>
            </a:lvl1pPr>
            <a:lvl2pPr marL="311719" indent="0" algn="ctr">
              <a:buNone/>
              <a:defRPr sz="1364"/>
            </a:lvl2pPr>
            <a:lvl3pPr marL="623438" indent="0" algn="ctr">
              <a:buNone/>
              <a:defRPr sz="1227"/>
            </a:lvl3pPr>
            <a:lvl4pPr marL="935157" indent="0" algn="ctr">
              <a:buNone/>
              <a:defRPr sz="1091"/>
            </a:lvl4pPr>
            <a:lvl5pPr marL="1246876" indent="0" algn="ctr">
              <a:buNone/>
              <a:defRPr sz="1091"/>
            </a:lvl5pPr>
            <a:lvl6pPr marL="1558595" indent="0" algn="ctr">
              <a:buNone/>
              <a:defRPr sz="1091"/>
            </a:lvl6pPr>
            <a:lvl7pPr marL="1870314" indent="0" algn="ctr">
              <a:buNone/>
              <a:defRPr sz="1091"/>
            </a:lvl7pPr>
            <a:lvl8pPr marL="2182033" indent="0" algn="ctr">
              <a:buNone/>
              <a:defRPr sz="1091"/>
            </a:lvl8pPr>
            <a:lvl9pPr marL="2493752" indent="0" algn="ctr">
              <a:buNone/>
              <a:defRPr sz="109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48783A-6A40-49D5-BB0F-405DF9FB62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2311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94FB78-7A4A-4DEE-9337-773237CAA1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661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476" y="1710171"/>
            <a:ext cx="7886700" cy="2852088"/>
          </a:xfrm>
        </p:spPr>
        <p:txBody>
          <a:bodyPr anchor="b"/>
          <a:lstStyle>
            <a:lvl1pPr>
              <a:defRPr sz="409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5476" y="4589318"/>
            <a:ext cx="7886700" cy="1500188"/>
          </a:xfrm>
        </p:spPr>
        <p:txBody>
          <a:bodyPr/>
          <a:lstStyle>
            <a:lvl1pPr marL="0" indent="0">
              <a:buNone/>
              <a:defRPr sz="1636"/>
            </a:lvl1pPr>
            <a:lvl2pPr marL="311719" indent="0">
              <a:buNone/>
              <a:defRPr sz="1364"/>
            </a:lvl2pPr>
            <a:lvl3pPr marL="623438" indent="0">
              <a:buNone/>
              <a:defRPr sz="1227"/>
            </a:lvl3pPr>
            <a:lvl4pPr marL="935157" indent="0">
              <a:buNone/>
              <a:defRPr sz="1091"/>
            </a:lvl4pPr>
            <a:lvl5pPr marL="1246876" indent="0">
              <a:buNone/>
              <a:defRPr sz="1091"/>
            </a:lvl5pPr>
            <a:lvl6pPr marL="1558595" indent="0">
              <a:buNone/>
              <a:defRPr sz="1091"/>
            </a:lvl6pPr>
            <a:lvl7pPr marL="1870314" indent="0">
              <a:buNone/>
              <a:defRPr sz="1091"/>
            </a:lvl7pPr>
            <a:lvl8pPr marL="2182033" indent="0">
              <a:buNone/>
              <a:defRPr sz="1091"/>
            </a:lvl8pPr>
            <a:lvl9pPr marL="2493752" indent="0">
              <a:buNone/>
              <a:defRPr sz="109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80415C-DAF2-4D65-819E-55EC9F32B1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98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99767"/>
            <a:ext cx="3962400" cy="452654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599767"/>
            <a:ext cx="3962400" cy="452654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BEE8DF-0C5A-4E37-812C-8ACCA241A3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506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4765"/>
            <a:ext cx="7886700" cy="13259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680947"/>
            <a:ext cx="3870326" cy="823696"/>
          </a:xfrm>
        </p:spPr>
        <p:txBody>
          <a:bodyPr anchor="b"/>
          <a:lstStyle>
            <a:lvl1pPr marL="0" indent="0">
              <a:buNone/>
              <a:defRPr sz="1636" b="1"/>
            </a:lvl1pPr>
            <a:lvl2pPr marL="311719" indent="0">
              <a:buNone/>
              <a:defRPr sz="1364" b="1"/>
            </a:lvl2pPr>
            <a:lvl3pPr marL="623438" indent="0">
              <a:buNone/>
              <a:defRPr sz="1227" b="1"/>
            </a:lvl3pPr>
            <a:lvl4pPr marL="935157" indent="0">
              <a:buNone/>
              <a:defRPr sz="1091" b="1"/>
            </a:lvl4pPr>
            <a:lvl5pPr marL="1246876" indent="0">
              <a:buNone/>
              <a:defRPr sz="1091" b="1"/>
            </a:lvl5pPr>
            <a:lvl6pPr marL="1558595" indent="0">
              <a:buNone/>
              <a:defRPr sz="1091" b="1"/>
            </a:lvl6pPr>
            <a:lvl7pPr marL="1870314" indent="0">
              <a:buNone/>
              <a:defRPr sz="1091" b="1"/>
            </a:lvl7pPr>
            <a:lvl8pPr marL="2182033" indent="0">
              <a:buNone/>
              <a:defRPr sz="1091" b="1"/>
            </a:lvl8pPr>
            <a:lvl9pPr marL="2493752" indent="0">
              <a:buNone/>
              <a:defRPr sz="109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651" y="2504642"/>
            <a:ext cx="3870326" cy="368552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0947"/>
            <a:ext cx="3886200" cy="823696"/>
          </a:xfrm>
        </p:spPr>
        <p:txBody>
          <a:bodyPr anchor="b"/>
          <a:lstStyle>
            <a:lvl1pPr marL="0" indent="0">
              <a:buNone/>
              <a:defRPr sz="1636" b="1"/>
            </a:lvl1pPr>
            <a:lvl2pPr marL="311719" indent="0">
              <a:buNone/>
              <a:defRPr sz="1364" b="1"/>
            </a:lvl2pPr>
            <a:lvl3pPr marL="623438" indent="0">
              <a:buNone/>
              <a:defRPr sz="1227" b="1"/>
            </a:lvl3pPr>
            <a:lvl4pPr marL="935157" indent="0">
              <a:buNone/>
              <a:defRPr sz="1091" b="1"/>
            </a:lvl4pPr>
            <a:lvl5pPr marL="1246876" indent="0">
              <a:buNone/>
              <a:defRPr sz="1091" b="1"/>
            </a:lvl5pPr>
            <a:lvl6pPr marL="1558595" indent="0">
              <a:buNone/>
              <a:defRPr sz="1091" b="1"/>
            </a:lvl6pPr>
            <a:lvl7pPr marL="1870314" indent="0">
              <a:buNone/>
              <a:defRPr sz="1091" b="1"/>
            </a:lvl7pPr>
            <a:lvl8pPr marL="2182033" indent="0">
              <a:buNone/>
              <a:defRPr sz="1091" b="1"/>
            </a:lvl8pPr>
            <a:lvl9pPr marL="2493752" indent="0">
              <a:buNone/>
              <a:defRPr sz="109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4642"/>
            <a:ext cx="3886200" cy="368552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9A7715-751F-4DC6-835A-B6D035EA09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5432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EE836-3095-4F9C-9047-0D7EDE082E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2102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E135A6-7899-4A95-B8A3-18153D904A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9798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6767"/>
            <a:ext cx="2949576" cy="1600850"/>
          </a:xfrm>
        </p:spPr>
        <p:txBody>
          <a:bodyPr anchor="b"/>
          <a:lstStyle>
            <a:lvl1pPr>
              <a:defRPr sz="218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1" y="987137"/>
            <a:ext cx="4629150" cy="4873986"/>
          </a:xfrm>
        </p:spPr>
        <p:txBody>
          <a:bodyPr/>
          <a:lstStyle>
            <a:lvl1pPr>
              <a:defRPr sz="2182"/>
            </a:lvl1pPr>
            <a:lvl2pPr>
              <a:defRPr sz="1909"/>
            </a:lvl2pPr>
            <a:lvl3pPr>
              <a:defRPr sz="1636"/>
            </a:lvl3pPr>
            <a:lvl4pPr>
              <a:defRPr sz="1364"/>
            </a:lvl4pPr>
            <a:lvl5pPr>
              <a:defRPr sz="1364"/>
            </a:lvl5pPr>
            <a:lvl6pPr>
              <a:defRPr sz="1364"/>
            </a:lvl6pPr>
            <a:lvl7pPr>
              <a:defRPr sz="1364"/>
            </a:lvl7pPr>
            <a:lvl8pPr>
              <a:defRPr sz="1364"/>
            </a:lvl8pPr>
            <a:lvl9pPr>
              <a:defRPr sz="1364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2057617"/>
            <a:ext cx="2949576" cy="3811082"/>
          </a:xfrm>
        </p:spPr>
        <p:txBody>
          <a:bodyPr/>
          <a:lstStyle>
            <a:lvl1pPr marL="0" indent="0">
              <a:buNone/>
              <a:defRPr sz="1091"/>
            </a:lvl1pPr>
            <a:lvl2pPr marL="311719" indent="0">
              <a:buNone/>
              <a:defRPr sz="955"/>
            </a:lvl2pPr>
            <a:lvl3pPr marL="623438" indent="0">
              <a:buNone/>
              <a:defRPr sz="818"/>
            </a:lvl3pPr>
            <a:lvl4pPr marL="935157" indent="0">
              <a:buNone/>
              <a:defRPr sz="682"/>
            </a:lvl4pPr>
            <a:lvl5pPr marL="1246876" indent="0">
              <a:buNone/>
              <a:defRPr sz="682"/>
            </a:lvl5pPr>
            <a:lvl6pPr marL="1558595" indent="0">
              <a:buNone/>
              <a:defRPr sz="682"/>
            </a:lvl6pPr>
            <a:lvl7pPr marL="1870314" indent="0">
              <a:buNone/>
              <a:defRPr sz="682"/>
            </a:lvl7pPr>
            <a:lvl8pPr marL="2182033" indent="0">
              <a:buNone/>
              <a:defRPr sz="682"/>
            </a:lvl8pPr>
            <a:lvl9pPr marL="2493752" indent="0">
              <a:buNone/>
              <a:defRPr sz="682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A13D8D-5B07-46E1-90A8-70404E27A4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0699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6767"/>
            <a:ext cx="2949576" cy="1600850"/>
          </a:xfrm>
        </p:spPr>
        <p:txBody>
          <a:bodyPr anchor="b"/>
          <a:lstStyle>
            <a:lvl1pPr>
              <a:defRPr sz="218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1" y="987137"/>
            <a:ext cx="4629150" cy="4873986"/>
          </a:xfrm>
        </p:spPr>
        <p:txBody>
          <a:bodyPr/>
          <a:lstStyle>
            <a:lvl1pPr marL="0" indent="0">
              <a:buNone/>
              <a:defRPr sz="2182"/>
            </a:lvl1pPr>
            <a:lvl2pPr marL="311719" indent="0">
              <a:buNone/>
              <a:defRPr sz="1909"/>
            </a:lvl2pPr>
            <a:lvl3pPr marL="623438" indent="0">
              <a:buNone/>
              <a:defRPr sz="1636"/>
            </a:lvl3pPr>
            <a:lvl4pPr marL="935157" indent="0">
              <a:buNone/>
              <a:defRPr sz="1364"/>
            </a:lvl4pPr>
            <a:lvl5pPr marL="1246876" indent="0">
              <a:buNone/>
              <a:defRPr sz="1364"/>
            </a:lvl5pPr>
            <a:lvl6pPr marL="1558595" indent="0">
              <a:buNone/>
              <a:defRPr sz="1364"/>
            </a:lvl6pPr>
            <a:lvl7pPr marL="1870314" indent="0">
              <a:buNone/>
              <a:defRPr sz="1364"/>
            </a:lvl7pPr>
            <a:lvl8pPr marL="2182033" indent="0">
              <a:buNone/>
              <a:defRPr sz="1364"/>
            </a:lvl8pPr>
            <a:lvl9pPr marL="2493752" indent="0">
              <a:buNone/>
              <a:defRPr sz="136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2057617"/>
            <a:ext cx="2949576" cy="3811082"/>
          </a:xfrm>
        </p:spPr>
        <p:txBody>
          <a:bodyPr/>
          <a:lstStyle>
            <a:lvl1pPr marL="0" indent="0">
              <a:buNone/>
              <a:defRPr sz="1091"/>
            </a:lvl1pPr>
            <a:lvl2pPr marL="311719" indent="0">
              <a:buNone/>
              <a:defRPr sz="955"/>
            </a:lvl2pPr>
            <a:lvl3pPr marL="623438" indent="0">
              <a:buNone/>
              <a:defRPr sz="818"/>
            </a:lvl3pPr>
            <a:lvl4pPr marL="935157" indent="0">
              <a:buNone/>
              <a:defRPr sz="682"/>
            </a:lvl4pPr>
            <a:lvl5pPr marL="1246876" indent="0">
              <a:buNone/>
              <a:defRPr sz="682"/>
            </a:lvl5pPr>
            <a:lvl6pPr marL="1558595" indent="0">
              <a:buNone/>
              <a:defRPr sz="682"/>
            </a:lvl6pPr>
            <a:lvl7pPr marL="1870314" indent="0">
              <a:buNone/>
              <a:defRPr sz="682"/>
            </a:lvl7pPr>
            <a:lvl8pPr marL="2182033" indent="0">
              <a:buNone/>
              <a:defRPr sz="682"/>
            </a:lvl8pPr>
            <a:lvl9pPr marL="2493752" indent="0">
              <a:buNone/>
              <a:defRPr sz="682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08F92D-E358-4566-B8A2-327FB862A3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114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490811-8C7F-4E11-A958-8FFD6A8277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808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926"/>
            <a:ext cx="2057400" cy="58513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926"/>
            <a:ext cx="5867400" cy="585138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111F8C-7211-442C-89B8-3887372140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346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926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7922" tIns="33961" rIns="67922" bIns="3396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99767"/>
            <a:ext cx="8229600" cy="4526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7922" tIns="33961" rIns="67922" bIns="339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369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7922" tIns="33961" rIns="67922" bIns="33961" numCol="1" anchor="t" anchorCtr="0" compatLnSpc="1">
            <a:prstTxWarp prst="textNoShape">
              <a:avLst/>
            </a:prstTxWarp>
          </a:bodyPr>
          <a:lstStyle>
            <a:lvl1pPr defTabSz="463249">
              <a:defRPr sz="682"/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369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7922" tIns="33961" rIns="67922" bIns="33961" numCol="1" anchor="t" anchorCtr="0" compatLnSpc="1">
            <a:prstTxWarp prst="textNoShape">
              <a:avLst/>
            </a:prstTxWarp>
          </a:bodyPr>
          <a:lstStyle>
            <a:lvl1pPr algn="ctr" defTabSz="463249">
              <a:defRPr sz="682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369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7922" tIns="33961" rIns="67922" bIns="33961" numCol="1" anchor="t" anchorCtr="0" compatLnSpc="1">
            <a:prstTxWarp prst="textNoShape">
              <a:avLst/>
            </a:prstTxWarp>
          </a:bodyPr>
          <a:lstStyle>
            <a:lvl1pPr algn="r" defTabSz="463249">
              <a:defRPr sz="682"/>
            </a:lvl1pPr>
          </a:lstStyle>
          <a:p>
            <a:fld id="{E2E55613-D2F0-46D6-8CEF-E4A353AA88F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63249" rtl="0" fontAlgn="base">
        <a:spcBef>
          <a:spcPct val="0"/>
        </a:spcBef>
        <a:spcAft>
          <a:spcPct val="0"/>
        </a:spcAft>
        <a:defRPr sz="225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11719"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23438"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935157"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246876"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73177" indent="-173177" algn="l" defTabSz="463249" rtl="0" fontAlgn="base">
        <a:spcBef>
          <a:spcPct val="20000"/>
        </a:spcBef>
        <a:spcAft>
          <a:spcPct val="0"/>
        </a:spcAft>
        <a:buChar char="•"/>
        <a:defRPr sz="1636" kern="1200">
          <a:solidFill>
            <a:schemeClr val="tx1"/>
          </a:solidFill>
          <a:latin typeface="+mn-lt"/>
          <a:ea typeface="+mn-ea"/>
          <a:cs typeface="+mn-cs"/>
        </a:defRPr>
      </a:lvl1pPr>
      <a:lvl2pPr marL="376660" indent="-145036" algn="l" defTabSz="463249" rtl="0" fontAlgn="base">
        <a:spcBef>
          <a:spcPct val="20000"/>
        </a:spcBef>
        <a:spcAft>
          <a:spcPct val="0"/>
        </a:spcAft>
        <a:buChar char="–"/>
        <a:defRPr sz="1432" kern="1200">
          <a:solidFill>
            <a:schemeClr val="tx1"/>
          </a:solidFill>
          <a:latin typeface="+mn-lt"/>
          <a:ea typeface="+mn-ea"/>
          <a:cs typeface="+mn-cs"/>
        </a:defRPr>
      </a:lvl2pPr>
      <a:lvl3pPr marL="579062" indent="-115813" algn="l" defTabSz="463249" rtl="0" fontAlgn="base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810686" indent="-115813" algn="l" defTabSz="463249" rtl="0" fontAlgn="base">
        <a:spcBef>
          <a:spcPct val="20000"/>
        </a:spcBef>
        <a:spcAft>
          <a:spcPct val="0"/>
        </a:spcAft>
        <a:buChar char="–"/>
        <a:defRPr sz="1023" kern="1200">
          <a:solidFill>
            <a:schemeClr val="tx1"/>
          </a:solidFill>
          <a:latin typeface="+mn-lt"/>
          <a:ea typeface="+mn-ea"/>
          <a:cs typeface="+mn-cs"/>
        </a:defRPr>
      </a:lvl4pPr>
      <a:lvl5pPr marL="1042311" indent="-115813" algn="l" defTabSz="463249" rtl="0" fontAlgn="base">
        <a:spcBef>
          <a:spcPct val="20000"/>
        </a:spcBef>
        <a:spcAft>
          <a:spcPct val="0"/>
        </a:spcAft>
        <a:buChar char="»"/>
        <a:defRPr sz="1023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4" indent="-155859" algn="l" defTabSz="62343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7" kern="1200">
          <a:solidFill>
            <a:schemeClr val="tx1"/>
          </a:solidFill>
          <a:latin typeface="+mn-lt"/>
          <a:ea typeface="+mn-ea"/>
          <a:cs typeface="+mn-cs"/>
        </a:defRPr>
      </a:lvl6pPr>
      <a:lvl7pPr marL="2026173" indent="-155859" algn="l" defTabSz="62343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7" kern="1200">
          <a:solidFill>
            <a:schemeClr val="tx1"/>
          </a:solidFill>
          <a:latin typeface="+mn-lt"/>
          <a:ea typeface="+mn-ea"/>
          <a:cs typeface="+mn-cs"/>
        </a:defRPr>
      </a:lvl7pPr>
      <a:lvl8pPr marL="2337892" indent="-155859" algn="l" defTabSz="62343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7" kern="1200">
          <a:solidFill>
            <a:schemeClr val="tx1"/>
          </a:solidFill>
          <a:latin typeface="+mn-lt"/>
          <a:ea typeface="+mn-ea"/>
          <a:cs typeface="+mn-cs"/>
        </a:defRPr>
      </a:lvl8pPr>
      <a:lvl9pPr marL="2649611" indent="-155859" algn="l" defTabSz="62343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1pPr>
      <a:lvl2pPr marL="311719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2pPr>
      <a:lvl3pPr marL="623438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3pPr>
      <a:lvl4pPr marL="935157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4pPr>
      <a:lvl5pPr marL="1246876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5pPr>
      <a:lvl6pPr marL="1558595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6pPr>
      <a:lvl7pPr marL="1870314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7pPr>
      <a:lvl8pPr marL="2182033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8pPr>
      <a:lvl9pPr marL="2493752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9447AD-D07B-4B60-9443-0FC372711D5A}"/>
              </a:ext>
            </a:extLst>
          </p:cNvPr>
          <p:cNvSpPr/>
          <p:nvPr/>
        </p:nvSpPr>
        <p:spPr bwMode="auto">
          <a:xfrm>
            <a:off x="3314700" y="1447800"/>
            <a:ext cx="2514600" cy="3581400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79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5585996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6 x 4-inch index cards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355A5A20-E5D2-4F44-A6BD-73898F265096}"/>
              </a:ext>
            </a:extLst>
          </p:cNvPr>
          <p:cNvSpPr/>
          <p:nvPr/>
        </p:nvSpPr>
        <p:spPr bwMode="auto">
          <a:xfrm rot="16200000">
            <a:off x="4286250" y="500479"/>
            <a:ext cx="571500" cy="78105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79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88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495798" y="4353580"/>
            <a:ext cx="4648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+mj-lt"/>
                <a:cs typeface="Aharoni" panose="02010803020104030203" pitchFamily="2" charset="-79"/>
              </a:rPr>
              <a:t>Last Place</a:t>
            </a:r>
          </a:p>
        </p:txBody>
      </p:sp>
      <p:pic>
        <p:nvPicPr>
          <p:cNvPr id="3" name="Picture 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DC119D46-ABD6-429C-91FC-689D0513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707" y="1955132"/>
            <a:ext cx="3862387" cy="59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46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495798" y="4353580"/>
            <a:ext cx="4648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+mj-lt"/>
                <a:cs typeface="Aharoni" panose="02010803020104030203" pitchFamily="2" charset="-79"/>
              </a:rPr>
              <a:t>3</a:t>
            </a:r>
            <a:r>
              <a:rPr lang="en-US" sz="2800" b="1" baseline="30000" dirty="0">
                <a:latin typeface="+mj-lt"/>
                <a:cs typeface="Aharoni" panose="02010803020104030203" pitchFamily="2" charset="-79"/>
              </a:rPr>
              <a:t>rd</a:t>
            </a:r>
            <a:r>
              <a:rPr lang="en-US" sz="2800" b="1" dirty="0">
                <a:latin typeface="+mj-lt"/>
                <a:cs typeface="Aharoni" panose="02010803020104030203" pitchFamily="2" charset="-79"/>
              </a:rPr>
              <a:t> Place</a:t>
            </a:r>
          </a:p>
        </p:txBody>
      </p:sp>
      <p:pic>
        <p:nvPicPr>
          <p:cNvPr id="3" name="Picture 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DC119D46-ABD6-429C-91FC-689D0513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707" y="1955132"/>
            <a:ext cx="3862387" cy="59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9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495798" y="4353580"/>
            <a:ext cx="4648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+mj-lt"/>
                <a:cs typeface="Aharoni" panose="02010803020104030203" pitchFamily="2" charset="-79"/>
              </a:rPr>
              <a:t>2</a:t>
            </a:r>
            <a:r>
              <a:rPr lang="en-US" sz="2800" b="1" baseline="30000" dirty="0">
                <a:latin typeface="+mj-lt"/>
                <a:cs typeface="Aharoni" panose="02010803020104030203" pitchFamily="2" charset="-79"/>
              </a:rPr>
              <a:t>nd</a:t>
            </a:r>
            <a:r>
              <a:rPr lang="en-US" sz="2800" b="1" dirty="0">
                <a:latin typeface="+mj-lt"/>
                <a:cs typeface="Aharoni" panose="02010803020104030203" pitchFamily="2" charset="-79"/>
              </a:rPr>
              <a:t> Place</a:t>
            </a:r>
          </a:p>
        </p:txBody>
      </p:sp>
      <p:pic>
        <p:nvPicPr>
          <p:cNvPr id="3" name="Picture 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DC119D46-ABD6-429C-91FC-689D0513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707" y="1955132"/>
            <a:ext cx="3862387" cy="59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6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495798" y="4353580"/>
            <a:ext cx="4648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+mj-lt"/>
                <a:cs typeface="Aharoni" panose="02010803020104030203" pitchFamily="2" charset="-79"/>
              </a:rPr>
              <a:t>1</a:t>
            </a:r>
            <a:r>
              <a:rPr lang="en-US" sz="2800" b="1" baseline="30000" dirty="0">
                <a:latin typeface="+mj-lt"/>
                <a:cs typeface="Aharoni" panose="02010803020104030203" pitchFamily="2" charset="-79"/>
              </a:rPr>
              <a:t>st</a:t>
            </a:r>
            <a:r>
              <a:rPr lang="en-US" sz="2800" b="1" dirty="0">
                <a:latin typeface="+mj-lt"/>
                <a:cs typeface="Aharoni" panose="02010803020104030203" pitchFamily="2" charset="-79"/>
              </a:rPr>
              <a:t> Place</a:t>
            </a:r>
          </a:p>
        </p:txBody>
      </p:sp>
      <p:pic>
        <p:nvPicPr>
          <p:cNvPr id="3" name="Picture 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DC119D46-ABD6-429C-91FC-689D0513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707" y="1955132"/>
            <a:ext cx="3862387" cy="59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07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495798" y="4353580"/>
            <a:ext cx="4648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+mj-lt"/>
                <a:cs typeface="Aharoni" panose="02010803020104030203" pitchFamily="2" charset="-79"/>
              </a:rPr>
              <a:t>Notes</a:t>
            </a:r>
          </a:p>
        </p:txBody>
      </p:sp>
      <p:pic>
        <p:nvPicPr>
          <p:cNvPr id="3" name="Picture 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DC119D46-ABD6-429C-91FC-689D0513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707" y="1955132"/>
            <a:ext cx="3862387" cy="59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170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495798" y="4353580"/>
            <a:ext cx="4648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+mj-lt"/>
                <a:cs typeface="Aharoni" panose="02010803020104030203" pitchFamily="2" charset="-79"/>
              </a:rPr>
              <a:t>Thanks</a:t>
            </a:r>
          </a:p>
        </p:txBody>
      </p:sp>
      <p:pic>
        <p:nvPicPr>
          <p:cNvPr id="3" name="Picture 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DC119D46-ABD6-429C-91FC-689D0513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707" y="1955132"/>
            <a:ext cx="3862387" cy="59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7298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79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79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16</Words>
  <Application>Microsoft Office PowerPoint</Application>
  <PresentationFormat>Letter Paper (8.5x11 in)</PresentationFormat>
  <Paragraphs>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Kadura</dc:creator>
  <cp:lastModifiedBy>Rodney Kadura</cp:lastModifiedBy>
  <cp:revision>15</cp:revision>
  <cp:lastPrinted>2021-08-27T21:10:39Z</cp:lastPrinted>
  <dcterms:created xsi:type="dcterms:W3CDTF">2012-05-18T04:06:22Z</dcterms:created>
  <dcterms:modified xsi:type="dcterms:W3CDTF">2021-08-27T21:12:08Z</dcterms:modified>
</cp:coreProperties>
</file>